
<file path=[Content_Types].xml><?xml version="1.0" encoding="utf-8"?>
<Types xmlns="http://schemas.openxmlformats.org/package/2006/content-types">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Lst>
  <p:sldSz cx="21383625" cy="30545088"/>
  <p:notesSz cx="6858000" cy="9144000"/>
  <p:defaultTextStyle>
    <a:defPPr>
      <a:defRPr lang="en-US"/>
    </a:defPPr>
    <a:lvl1pPr marL="0" algn="l" defTabSz="2119488" rtl="0" eaLnBrk="1" latinLnBrk="0" hangingPunct="1">
      <a:defRPr sz="4172" kern="1200">
        <a:solidFill>
          <a:schemeClr val="tx1"/>
        </a:solidFill>
        <a:latin typeface="+mn-lt"/>
        <a:ea typeface="+mn-ea"/>
        <a:cs typeface="+mn-cs"/>
      </a:defRPr>
    </a:lvl1pPr>
    <a:lvl2pPr marL="1059744" algn="l" defTabSz="2119488" rtl="0" eaLnBrk="1" latinLnBrk="0" hangingPunct="1">
      <a:defRPr sz="4172" kern="1200">
        <a:solidFill>
          <a:schemeClr val="tx1"/>
        </a:solidFill>
        <a:latin typeface="+mn-lt"/>
        <a:ea typeface="+mn-ea"/>
        <a:cs typeface="+mn-cs"/>
      </a:defRPr>
    </a:lvl2pPr>
    <a:lvl3pPr marL="2119488" algn="l" defTabSz="2119488" rtl="0" eaLnBrk="1" latinLnBrk="0" hangingPunct="1">
      <a:defRPr sz="4172" kern="1200">
        <a:solidFill>
          <a:schemeClr val="tx1"/>
        </a:solidFill>
        <a:latin typeface="+mn-lt"/>
        <a:ea typeface="+mn-ea"/>
        <a:cs typeface="+mn-cs"/>
      </a:defRPr>
    </a:lvl3pPr>
    <a:lvl4pPr marL="3179232" algn="l" defTabSz="2119488" rtl="0" eaLnBrk="1" latinLnBrk="0" hangingPunct="1">
      <a:defRPr sz="4172" kern="1200">
        <a:solidFill>
          <a:schemeClr val="tx1"/>
        </a:solidFill>
        <a:latin typeface="+mn-lt"/>
        <a:ea typeface="+mn-ea"/>
        <a:cs typeface="+mn-cs"/>
      </a:defRPr>
    </a:lvl4pPr>
    <a:lvl5pPr marL="4238976" algn="l" defTabSz="2119488" rtl="0" eaLnBrk="1" latinLnBrk="0" hangingPunct="1">
      <a:defRPr sz="4172" kern="1200">
        <a:solidFill>
          <a:schemeClr val="tx1"/>
        </a:solidFill>
        <a:latin typeface="+mn-lt"/>
        <a:ea typeface="+mn-ea"/>
        <a:cs typeface="+mn-cs"/>
      </a:defRPr>
    </a:lvl5pPr>
    <a:lvl6pPr marL="5298719" algn="l" defTabSz="2119488" rtl="0" eaLnBrk="1" latinLnBrk="0" hangingPunct="1">
      <a:defRPr sz="4172" kern="1200">
        <a:solidFill>
          <a:schemeClr val="tx1"/>
        </a:solidFill>
        <a:latin typeface="+mn-lt"/>
        <a:ea typeface="+mn-ea"/>
        <a:cs typeface="+mn-cs"/>
      </a:defRPr>
    </a:lvl6pPr>
    <a:lvl7pPr marL="6358463" algn="l" defTabSz="2119488" rtl="0" eaLnBrk="1" latinLnBrk="0" hangingPunct="1">
      <a:defRPr sz="4172" kern="1200">
        <a:solidFill>
          <a:schemeClr val="tx1"/>
        </a:solidFill>
        <a:latin typeface="+mn-lt"/>
        <a:ea typeface="+mn-ea"/>
        <a:cs typeface="+mn-cs"/>
      </a:defRPr>
    </a:lvl7pPr>
    <a:lvl8pPr marL="7418207" algn="l" defTabSz="2119488" rtl="0" eaLnBrk="1" latinLnBrk="0" hangingPunct="1">
      <a:defRPr sz="4172" kern="1200">
        <a:solidFill>
          <a:schemeClr val="tx1"/>
        </a:solidFill>
        <a:latin typeface="+mn-lt"/>
        <a:ea typeface="+mn-ea"/>
        <a:cs typeface="+mn-cs"/>
      </a:defRPr>
    </a:lvl8pPr>
    <a:lvl9pPr marL="8477951" algn="l" defTabSz="2119488" rtl="0" eaLnBrk="1" latinLnBrk="0" hangingPunct="1">
      <a:defRPr sz="4172"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9620">
          <p15:clr>
            <a:srgbClr val="A4A3A4"/>
          </p15:clr>
        </p15:guide>
        <p15:guide id="2" pos="673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987" autoAdjust="0"/>
    <p:restoredTop sz="94660"/>
  </p:normalViewPr>
  <p:slideViewPr>
    <p:cSldViewPr snapToGrid="0">
      <p:cViewPr>
        <p:scale>
          <a:sx n="50" d="100"/>
          <a:sy n="50" d="100"/>
        </p:scale>
        <p:origin x="-446" y="5482"/>
      </p:cViewPr>
      <p:guideLst>
        <p:guide orient="horz" pos="9620"/>
        <p:guide pos="6735"/>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03772" y="4998932"/>
            <a:ext cx="18176081" cy="10634216"/>
          </a:xfrm>
        </p:spPr>
        <p:txBody>
          <a:bodyPr anchor="b"/>
          <a:lstStyle>
            <a:lvl1pPr algn="ctr">
              <a:defRPr sz="14031"/>
            </a:lvl1pPr>
          </a:lstStyle>
          <a:p>
            <a:r>
              <a:rPr lang="en-US"/>
              <a:t>Click to edit Master title style</a:t>
            </a:r>
            <a:endParaRPr lang="en-US" dirty="0"/>
          </a:p>
        </p:txBody>
      </p:sp>
      <p:sp>
        <p:nvSpPr>
          <p:cNvPr id="3" name="Subtitle 2"/>
          <p:cNvSpPr>
            <a:spLocks noGrp="1"/>
          </p:cNvSpPr>
          <p:nvPr>
            <p:ph type="subTitle" idx="1"/>
          </p:nvPr>
        </p:nvSpPr>
        <p:spPr>
          <a:xfrm>
            <a:off x="2672953" y="16043244"/>
            <a:ext cx="16037719" cy="7374657"/>
          </a:xfrm>
        </p:spPr>
        <p:txBody>
          <a:bodyPr/>
          <a:lstStyle>
            <a:lvl1pPr marL="0" indent="0" algn="ctr">
              <a:buNone/>
              <a:defRPr sz="5612"/>
            </a:lvl1pPr>
            <a:lvl2pPr marL="1069162" indent="0" algn="ctr">
              <a:buNone/>
              <a:defRPr sz="4677"/>
            </a:lvl2pPr>
            <a:lvl3pPr marL="2138324" indent="0" algn="ctr">
              <a:buNone/>
              <a:defRPr sz="4209"/>
            </a:lvl3pPr>
            <a:lvl4pPr marL="3207487" indent="0" algn="ctr">
              <a:buNone/>
              <a:defRPr sz="3742"/>
            </a:lvl4pPr>
            <a:lvl5pPr marL="4276649" indent="0" algn="ctr">
              <a:buNone/>
              <a:defRPr sz="3742"/>
            </a:lvl5pPr>
            <a:lvl6pPr marL="5345811" indent="0" algn="ctr">
              <a:buNone/>
              <a:defRPr sz="3742"/>
            </a:lvl6pPr>
            <a:lvl7pPr marL="6414973" indent="0" algn="ctr">
              <a:buNone/>
              <a:defRPr sz="3742"/>
            </a:lvl7pPr>
            <a:lvl8pPr marL="7484135" indent="0" algn="ctr">
              <a:buNone/>
              <a:defRPr sz="3742"/>
            </a:lvl8pPr>
            <a:lvl9pPr marL="8553298" indent="0" algn="ctr">
              <a:buNone/>
              <a:defRPr sz="3742"/>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53E2C6-8CDE-4FA4-9434-0173729C9153}" type="datetimeFigureOut">
              <a:rPr lang="en-IN" smtClean="0"/>
              <a:pPr/>
              <a:t>05-03-2024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A8FA1BF-A921-4444-88C6-9EFD5BFD1773}" type="slidenum">
              <a:rPr lang="en-IN" smtClean="0"/>
              <a:pPr/>
              <a:t>‹#›</a:t>
            </a:fld>
            <a:endParaRPr lang="en-IN" dirty="0"/>
          </a:p>
        </p:txBody>
      </p:sp>
    </p:spTree>
    <p:extLst>
      <p:ext uri="{BB962C8B-B14F-4D97-AF65-F5344CB8AC3E}">
        <p14:creationId xmlns:p14="http://schemas.microsoft.com/office/powerpoint/2010/main" xmlns="" val="8128420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53E2C6-8CDE-4FA4-9434-0173729C9153}" type="datetimeFigureOut">
              <a:rPr lang="en-IN" smtClean="0"/>
              <a:pPr/>
              <a:t>05-03-2024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A8FA1BF-A921-4444-88C6-9EFD5BFD1773}" type="slidenum">
              <a:rPr lang="en-IN" smtClean="0"/>
              <a:pPr/>
              <a:t>‹#›</a:t>
            </a:fld>
            <a:endParaRPr lang="en-IN" dirty="0"/>
          </a:p>
        </p:txBody>
      </p:sp>
    </p:spTree>
    <p:extLst>
      <p:ext uri="{BB962C8B-B14F-4D97-AF65-F5344CB8AC3E}">
        <p14:creationId xmlns:p14="http://schemas.microsoft.com/office/powerpoint/2010/main" xmlns="" val="31008123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8988" y="7615069"/>
            <a:ext cx="18443377" cy="12705906"/>
          </a:xfrm>
        </p:spPr>
        <p:txBody>
          <a:bodyPr anchor="b"/>
          <a:lstStyle>
            <a:lvl1pPr>
              <a:defRPr sz="14031"/>
            </a:lvl1pPr>
          </a:lstStyle>
          <a:p>
            <a:r>
              <a:rPr lang="en-US"/>
              <a:t>Click to edit Master title style</a:t>
            </a:r>
            <a:endParaRPr lang="en-US" dirty="0"/>
          </a:p>
        </p:txBody>
      </p:sp>
      <p:sp>
        <p:nvSpPr>
          <p:cNvPr id="3" name="Text Placeholder 2"/>
          <p:cNvSpPr>
            <a:spLocks noGrp="1"/>
          </p:cNvSpPr>
          <p:nvPr>
            <p:ph type="body" idx="1"/>
          </p:nvPr>
        </p:nvSpPr>
        <p:spPr>
          <a:xfrm>
            <a:off x="1458988" y="20441178"/>
            <a:ext cx="18443377" cy="6681736"/>
          </a:xfrm>
        </p:spPr>
        <p:txBody>
          <a:bodyPr/>
          <a:lstStyle>
            <a:lvl1pPr marL="0" indent="0">
              <a:buNone/>
              <a:defRPr sz="5612">
                <a:solidFill>
                  <a:schemeClr val="tx1"/>
                </a:solidFill>
              </a:defRPr>
            </a:lvl1pPr>
            <a:lvl2pPr marL="1069162" indent="0">
              <a:buNone/>
              <a:defRPr sz="4677">
                <a:solidFill>
                  <a:schemeClr val="tx1">
                    <a:tint val="75000"/>
                  </a:schemeClr>
                </a:solidFill>
              </a:defRPr>
            </a:lvl2pPr>
            <a:lvl3pPr marL="2138324" indent="0">
              <a:buNone/>
              <a:defRPr sz="4209">
                <a:solidFill>
                  <a:schemeClr val="tx1">
                    <a:tint val="75000"/>
                  </a:schemeClr>
                </a:solidFill>
              </a:defRPr>
            </a:lvl3pPr>
            <a:lvl4pPr marL="3207487" indent="0">
              <a:buNone/>
              <a:defRPr sz="3742">
                <a:solidFill>
                  <a:schemeClr val="tx1">
                    <a:tint val="75000"/>
                  </a:schemeClr>
                </a:solidFill>
              </a:defRPr>
            </a:lvl4pPr>
            <a:lvl5pPr marL="4276649" indent="0">
              <a:buNone/>
              <a:defRPr sz="3742">
                <a:solidFill>
                  <a:schemeClr val="tx1">
                    <a:tint val="75000"/>
                  </a:schemeClr>
                </a:solidFill>
              </a:defRPr>
            </a:lvl5pPr>
            <a:lvl6pPr marL="5345811" indent="0">
              <a:buNone/>
              <a:defRPr sz="3742">
                <a:solidFill>
                  <a:schemeClr val="tx1">
                    <a:tint val="75000"/>
                  </a:schemeClr>
                </a:solidFill>
              </a:defRPr>
            </a:lvl6pPr>
            <a:lvl7pPr marL="6414973" indent="0">
              <a:buNone/>
              <a:defRPr sz="3742">
                <a:solidFill>
                  <a:schemeClr val="tx1">
                    <a:tint val="75000"/>
                  </a:schemeClr>
                </a:solidFill>
              </a:defRPr>
            </a:lvl7pPr>
            <a:lvl8pPr marL="7484135" indent="0">
              <a:buNone/>
              <a:defRPr sz="3742">
                <a:solidFill>
                  <a:schemeClr val="tx1">
                    <a:tint val="75000"/>
                  </a:schemeClr>
                </a:solidFill>
              </a:defRPr>
            </a:lvl8pPr>
            <a:lvl9pPr marL="8553298" indent="0">
              <a:buNone/>
              <a:defRPr sz="3742">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53E2C6-8CDE-4FA4-9434-0173729C9153}" type="datetimeFigureOut">
              <a:rPr lang="en-IN" smtClean="0"/>
              <a:pPr/>
              <a:t>05-03-2024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A8FA1BF-A921-4444-88C6-9EFD5BFD1773}" type="slidenum">
              <a:rPr lang="en-IN" smtClean="0"/>
              <a:pPr/>
              <a:t>‹#›</a:t>
            </a:fld>
            <a:endParaRPr lang="en-IN" dirty="0"/>
          </a:p>
        </p:txBody>
      </p:sp>
    </p:spTree>
    <p:extLst>
      <p:ext uri="{BB962C8B-B14F-4D97-AF65-F5344CB8AC3E}">
        <p14:creationId xmlns:p14="http://schemas.microsoft.com/office/powerpoint/2010/main" xmlns="" val="40351590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470124" y="8131215"/>
            <a:ext cx="9088041" cy="1938057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0825460" y="8131215"/>
            <a:ext cx="9088041" cy="1938057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53E2C6-8CDE-4FA4-9434-0173729C9153}" type="datetimeFigureOut">
              <a:rPr lang="en-IN" smtClean="0"/>
              <a:pPr/>
              <a:t>05-03-2024</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AA8FA1BF-A921-4444-88C6-9EFD5BFD1773}" type="slidenum">
              <a:rPr lang="en-IN" smtClean="0"/>
              <a:pPr/>
              <a:t>‹#›</a:t>
            </a:fld>
            <a:endParaRPr lang="en-IN" dirty="0"/>
          </a:p>
        </p:txBody>
      </p:sp>
    </p:spTree>
    <p:extLst>
      <p:ext uri="{BB962C8B-B14F-4D97-AF65-F5344CB8AC3E}">
        <p14:creationId xmlns:p14="http://schemas.microsoft.com/office/powerpoint/2010/main" xmlns="" val="1428164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72909" y="1626250"/>
            <a:ext cx="18443377" cy="59039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72912" y="7487791"/>
            <a:ext cx="9046274" cy="3669651"/>
          </a:xfrm>
        </p:spPr>
        <p:txBody>
          <a:bodyPr anchor="b"/>
          <a:lstStyle>
            <a:lvl1pPr marL="0" indent="0">
              <a:buNone/>
              <a:defRPr sz="5612" b="1"/>
            </a:lvl1pPr>
            <a:lvl2pPr marL="1069162" indent="0">
              <a:buNone/>
              <a:defRPr sz="4677" b="1"/>
            </a:lvl2pPr>
            <a:lvl3pPr marL="2138324" indent="0">
              <a:buNone/>
              <a:defRPr sz="4209" b="1"/>
            </a:lvl3pPr>
            <a:lvl4pPr marL="3207487" indent="0">
              <a:buNone/>
              <a:defRPr sz="3742" b="1"/>
            </a:lvl4pPr>
            <a:lvl5pPr marL="4276649" indent="0">
              <a:buNone/>
              <a:defRPr sz="3742" b="1"/>
            </a:lvl5pPr>
            <a:lvl6pPr marL="5345811" indent="0">
              <a:buNone/>
              <a:defRPr sz="3742" b="1"/>
            </a:lvl6pPr>
            <a:lvl7pPr marL="6414973" indent="0">
              <a:buNone/>
              <a:defRPr sz="3742" b="1"/>
            </a:lvl7pPr>
            <a:lvl8pPr marL="7484135" indent="0">
              <a:buNone/>
              <a:defRPr sz="3742" b="1"/>
            </a:lvl8pPr>
            <a:lvl9pPr marL="8553298" indent="0">
              <a:buNone/>
              <a:defRPr sz="3742" b="1"/>
            </a:lvl9pPr>
          </a:lstStyle>
          <a:p>
            <a:pPr lvl="0"/>
            <a:r>
              <a:rPr lang="en-US"/>
              <a:t>Click to edit Master text styles</a:t>
            </a:r>
          </a:p>
        </p:txBody>
      </p:sp>
      <p:sp>
        <p:nvSpPr>
          <p:cNvPr id="4" name="Content Placeholder 3"/>
          <p:cNvSpPr>
            <a:spLocks noGrp="1"/>
          </p:cNvSpPr>
          <p:nvPr>
            <p:ph sz="half" idx="2"/>
          </p:nvPr>
        </p:nvSpPr>
        <p:spPr>
          <a:xfrm>
            <a:off x="1472912" y="11157442"/>
            <a:ext cx="9046274" cy="164109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0825461" y="7487791"/>
            <a:ext cx="9090826" cy="3669651"/>
          </a:xfrm>
        </p:spPr>
        <p:txBody>
          <a:bodyPr anchor="b"/>
          <a:lstStyle>
            <a:lvl1pPr marL="0" indent="0">
              <a:buNone/>
              <a:defRPr sz="5612" b="1"/>
            </a:lvl1pPr>
            <a:lvl2pPr marL="1069162" indent="0">
              <a:buNone/>
              <a:defRPr sz="4677" b="1"/>
            </a:lvl2pPr>
            <a:lvl3pPr marL="2138324" indent="0">
              <a:buNone/>
              <a:defRPr sz="4209" b="1"/>
            </a:lvl3pPr>
            <a:lvl4pPr marL="3207487" indent="0">
              <a:buNone/>
              <a:defRPr sz="3742" b="1"/>
            </a:lvl4pPr>
            <a:lvl5pPr marL="4276649" indent="0">
              <a:buNone/>
              <a:defRPr sz="3742" b="1"/>
            </a:lvl5pPr>
            <a:lvl6pPr marL="5345811" indent="0">
              <a:buNone/>
              <a:defRPr sz="3742" b="1"/>
            </a:lvl6pPr>
            <a:lvl7pPr marL="6414973" indent="0">
              <a:buNone/>
              <a:defRPr sz="3742" b="1"/>
            </a:lvl7pPr>
            <a:lvl8pPr marL="7484135" indent="0">
              <a:buNone/>
              <a:defRPr sz="3742" b="1"/>
            </a:lvl8pPr>
            <a:lvl9pPr marL="8553298" indent="0">
              <a:buNone/>
              <a:defRPr sz="3742" b="1"/>
            </a:lvl9pPr>
          </a:lstStyle>
          <a:p>
            <a:pPr lvl="0"/>
            <a:r>
              <a:rPr lang="en-US"/>
              <a:t>Click to edit Master text styles</a:t>
            </a:r>
          </a:p>
        </p:txBody>
      </p:sp>
      <p:sp>
        <p:nvSpPr>
          <p:cNvPr id="6" name="Content Placeholder 5"/>
          <p:cNvSpPr>
            <a:spLocks noGrp="1"/>
          </p:cNvSpPr>
          <p:nvPr>
            <p:ph sz="quarter" idx="4"/>
          </p:nvPr>
        </p:nvSpPr>
        <p:spPr>
          <a:xfrm>
            <a:off x="10825461" y="11157442"/>
            <a:ext cx="9090826" cy="164109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53E2C6-8CDE-4FA4-9434-0173729C9153}" type="datetimeFigureOut">
              <a:rPr lang="en-IN" smtClean="0"/>
              <a:pPr/>
              <a:t>05-03-2024</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AA8FA1BF-A921-4444-88C6-9EFD5BFD1773}" type="slidenum">
              <a:rPr lang="en-IN" smtClean="0"/>
              <a:pPr/>
              <a:t>‹#›</a:t>
            </a:fld>
            <a:endParaRPr lang="en-IN" dirty="0"/>
          </a:p>
        </p:txBody>
      </p:sp>
    </p:spTree>
    <p:extLst>
      <p:ext uri="{BB962C8B-B14F-4D97-AF65-F5344CB8AC3E}">
        <p14:creationId xmlns:p14="http://schemas.microsoft.com/office/powerpoint/2010/main" xmlns="" val="39570546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53E2C6-8CDE-4FA4-9434-0173729C9153}" type="datetimeFigureOut">
              <a:rPr lang="en-IN" smtClean="0"/>
              <a:pPr/>
              <a:t>05-03-2024</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AA8FA1BF-A921-4444-88C6-9EFD5BFD1773}" type="slidenum">
              <a:rPr lang="en-IN" smtClean="0"/>
              <a:pPr/>
              <a:t>‹#›</a:t>
            </a:fld>
            <a:endParaRPr lang="en-IN" dirty="0"/>
          </a:p>
        </p:txBody>
      </p:sp>
    </p:spTree>
    <p:extLst>
      <p:ext uri="{BB962C8B-B14F-4D97-AF65-F5344CB8AC3E}">
        <p14:creationId xmlns:p14="http://schemas.microsoft.com/office/powerpoint/2010/main" xmlns="" val="11260699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53E2C6-8CDE-4FA4-9434-0173729C9153}" type="datetimeFigureOut">
              <a:rPr lang="en-IN" smtClean="0"/>
              <a:pPr/>
              <a:t>05-03-2024</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AA8FA1BF-A921-4444-88C6-9EFD5BFD1773}" type="slidenum">
              <a:rPr lang="en-IN" smtClean="0"/>
              <a:pPr/>
              <a:t>‹#›</a:t>
            </a:fld>
            <a:endParaRPr lang="en-IN" dirty="0"/>
          </a:p>
        </p:txBody>
      </p:sp>
    </p:spTree>
    <p:extLst>
      <p:ext uri="{BB962C8B-B14F-4D97-AF65-F5344CB8AC3E}">
        <p14:creationId xmlns:p14="http://schemas.microsoft.com/office/powerpoint/2010/main" xmlns="" val="20981657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72909" y="2036339"/>
            <a:ext cx="6896776" cy="7127187"/>
          </a:xfrm>
        </p:spPr>
        <p:txBody>
          <a:bodyPr anchor="b"/>
          <a:lstStyle>
            <a:lvl1pPr>
              <a:defRPr sz="7483"/>
            </a:lvl1pPr>
          </a:lstStyle>
          <a:p>
            <a:r>
              <a:rPr lang="en-US"/>
              <a:t>Click to edit Master title style</a:t>
            </a:r>
            <a:endParaRPr lang="en-US" dirty="0"/>
          </a:p>
        </p:txBody>
      </p:sp>
      <p:sp>
        <p:nvSpPr>
          <p:cNvPr id="3" name="Content Placeholder 2"/>
          <p:cNvSpPr>
            <a:spLocks noGrp="1"/>
          </p:cNvSpPr>
          <p:nvPr>
            <p:ph idx="1"/>
          </p:nvPr>
        </p:nvSpPr>
        <p:spPr>
          <a:xfrm>
            <a:off x="9090826" y="4397934"/>
            <a:ext cx="10825460" cy="21706810"/>
          </a:xfrm>
        </p:spPr>
        <p:txBody>
          <a:bodyPr/>
          <a:lstStyle>
            <a:lvl1pPr>
              <a:defRPr sz="7483"/>
            </a:lvl1pPr>
            <a:lvl2pPr>
              <a:defRPr sz="6548"/>
            </a:lvl2pPr>
            <a:lvl3pPr>
              <a:defRPr sz="5612"/>
            </a:lvl3pPr>
            <a:lvl4pPr>
              <a:defRPr sz="4677"/>
            </a:lvl4pPr>
            <a:lvl5pPr>
              <a:defRPr sz="4677"/>
            </a:lvl5pPr>
            <a:lvl6pPr>
              <a:defRPr sz="4677"/>
            </a:lvl6pPr>
            <a:lvl7pPr>
              <a:defRPr sz="4677"/>
            </a:lvl7pPr>
            <a:lvl8pPr>
              <a:defRPr sz="4677"/>
            </a:lvl8pPr>
            <a:lvl9pPr>
              <a:defRPr sz="467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72909" y="9163526"/>
            <a:ext cx="6896776" cy="16976566"/>
          </a:xfrm>
        </p:spPr>
        <p:txBody>
          <a:bodyPr/>
          <a:lstStyle>
            <a:lvl1pPr marL="0" indent="0">
              <a:buNone/>
              <a:defRPr sz="3742"/>
            </a:lvl1pPr>
            <a:lvl2pPr marL="1069162" indent="0">
              <a:buNone/>
              <a:defRPr sz="3274"/>
            </a:lvl2pPr>
            <a:lvl3pPr marL="2138324" indent="0">
              <a:buNone/>
              <a:defRPr sz="2806"/>
            </a:lvl3pPr>
            <a:lvl4pPr marL="3207487" indent="0">
              <a:buNone/>
              <a:defRPr sz="2339"/>
            </a:lvl4pPr>
            <a:lvl5pPr marL="4276649" indent="0">
              <a:buNone/>
              <a:defRPr sz="2339"/>
            </a:lvl5pPr>
            <a:lvl6pPr marL="5345811" indent="0">
              <a:buNone/>
              <a:defRPr sz="2339"/>
            </a:lvl6pPr>
            <a:lvl7pPr marL="6414973" indent="0">
              <a:buNone/>
              <a:defRPr sz="2339"/>
            </a:lvl7pPr>
            <a:lvl8pPr marL="7484135" indent="0">
              <a:buNone/>
              <a:defRPr sz="2339"/>
            </a:lvl8pPr>
            <a:lvl9pPr marL="8553298" indent="0">
              <a:buNone/>
              <a:defRPr sz="2339"/>
            </a:lvl9pPr>
          </a:lstStyle>
          <a:p>
            <a:pPr lvl="0"/>
            <a:r>
              <a:rPr lang="en-US"/>
              <a:t>Click to edit Master text styles</a:t>
            </a:r>
          </a:p>
        </p:txBody>
      </p:sp>
      <p:sp>
        <p:nvSpPr>
          <p:cNvPr id="5" name="Date Placeholder 4"/>
          <p:cNvSpPr>
            <a:spLocks noGrp="1"/>
          </p:cNvSpPr>
          <p:nvPr>
            <p:ph type="dt" sz="half" idx="10"/>
          </p:nvPr>
        </p:nvSpPr>
        <p:spPr/>
        <p:txBody>
          <a:bodyPr/>
          <a:lstStyle/>
          <a:p>
            <a:fld id="{8453E2C6-8CDE-4FA4-9434-0173729C9153}" type="datetimeFigureOut">
              <a:rPr lang="en-IN" smtClean="0"/>
              <a:pPr/>
              <a:t>05-03-2024</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AA8FA1BF-A921-4444-88C6-9EFD5BFD1773}" type="slidenum">
              <a:rPr lang="en-IN" smtClean="0"/>
              <a:pPr/>
              <a:t>‹#›</a:t>
            </a:fld>
            <a:endParaRPr lang="en-IN" dirty="0"/>
          </a:p>
        </p:txBody>
      </p:sp>
    </p:spTree>
    <p:extLst>
      <p:ext uri="{BB962C8B-B14F-4D97-AF65-F5344CB8AC3E}">
        <p14:creationId xmlns:p14="http://schemas.microsoft.com/office/powerpoint/2010/main" xmlns="" val="4259372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72909" y="2036339"/>
            <a:ext cx="6896776" cy="7127187"/>
          </a:xfrm>
        </p:spPr>
        <p:txBody>
          <a:bodyPr anchor="b"/>
          <a:lstStyle>
            <a:lvl1pPr>
              <a:defRPr sz="7483"/>
            </a:lvl1pPr>
          </a:lstStyle>
          <a:p>
            <a:r>
              <a:rPr lang="en-US"/>
              <a:t>Click to edit Master title style</a:t>
            </a:r>
            <a:endParaRPr lang="en-US" dirty="0"/>
          </a:p>
        </p:txBody>
      </p:sp>
      <p:sp>
        <p:nvSpPr>
          <p:cNvPr id="3" name="Picture Placeholder 2"/>
          <p:cNvSpPr>
            <a:spLocks noGrp="1" noChangeAspect="1"/>
          </p:cNvSpPr>
          <p:nvPr>
            <p:ph type="pic" idx="1"/>
          </p:nvPr>
        </p:nvSpPr>
        <p:spPr>
          <a:xfrm>
            <a:off x="9090826" y="4397934"/>
            <a:ext cx="10825460" cy="21706810"/>
          </a:xfrm>
        </p:spPr>
        <p:txBody>
          <a:bodyPr anchor="t"/>
          <a:lstStyle>
            <a:lvl1pPr marL="0" indent="0">
              <a:buNone/>
              <a:defRPr sz="7483"/>
            </a:lvl1pPr>
            <a:lvl2pPr marL="1069162" indent="0">
              <a:buNone/>
              <a:defRPr sz="6548"/>
            </a:lvl2pPr>
            <a:lvl3pPr marL="2138324" indent="0">
              <a:buNone/>
              <a:defRPr sz="5612"/>
            </a:lvl3pPr>
            <a:lvl4pPr marL="3207487" indent="0">
              <a:buNone/>
              <a:defRPr sz="4677"/>
            </a:lvl4pPr>
            <a:lvl5pPr marL="4276649" indent="0">
              <a:buNone/>
              <a:defRPr sz="4677"/>
            </a:lvl5pPr>
            <a:lvl6pPr marL="5345811" indent="0">
              <a:buNone/>
              <a:defRPr sz="4677"/>
            </a:lvl6pPr>
            <a:lvl7pPr marL="6414973" indent="0">
              <a:buNone/>
              <a:defRPr sz="4677"/>
            </a:lvl7pPr>
            <a:lvl8pPr marL="7484135" indent="0">
              <a:buNone/>
              <a:defRPr sz="4677"/>
            </a:lvl8pPr>
            <a:lvl9pPr marL="8553298" indent="0">
              <a:buNone/>
              <a:defRPr sz="4677"/>
            </a:lvl9pPr>
          </a:lstStyle>
          <a:p>
            <a:r>
              <a:rPr lang="en-US" dirty="0"/>
              <a:t>Click icon to add picture</a:t>
            </a:r>
          </a:p>
        </p:txBody>
      </p:sp>
      <p:sp>
        <p:nvSpPr>
          <p:cNvPr id="4" name="Text Placeholder 3"/>
          <p:cNvSpPr>
            <a:spLocks noGrp="1"/>
          </p:cNvSpPr>
          <p:nvPr>
            <p:ph type="body" sz="half" idx="2"/>
          </p:nvPr>
        </p:nvSpPr>
        <p:spPr>
          <a:xfrm>
            <a:off x="1472909" y="9163526"/>
            <a:ext cx="6896776" cy="16976566"/>
          </a:xfrm>
        </p:spPr>
        <p:txBody>
          <a:bodyPr/>
          <a:lstStyle>
            <a:lvl1pPr marL="0" indent="0">
              <a:buNone/>
              <a:defRPr sz="3742"/>
            </a:lvl1pPr>
            <a:lvl2pPr marL="1069162" indent="0">
              <a:buNone/>
              <a:defRPr sz="3274"/>
            </a:lvl2pPr>
            <a:lvl3pPr marL="2138324" indent="0">
              <a:buNone/>
              <a:defRPr sz="2806"/>
            </a:lvl3pPr>
            <a:lvl4pPr marL="3207487" indent="0">
              <a:buNone/>
              <a:defRPr sz="2339"/>
            </a:lvl4pPr>
            <a:lvl5pPr marL="4276649" indent="0">
              <a:buNone/>
              <a:defRPr sz="2339"/>
            </a:lvl5pPr>
            <a:lvl6pPr marL="5345811" indent="0">
              <a:buNone/>
              <a:defRPr sz="2339"/>
            </a:lvl6pPr>
            <a:lvl7pPr marL="6414973" indent="0">
              <a:buNone/>
              <a:defRPr sz="2339"/>
            </a:lvl7pPr>
            <a:lvl8pPr marL="7484135" indent="0">
              <a:buNone/>
              <a:defRPr sz="2339"/>
            </a:lvl8pPr>
            <a:lvl9pPr marL="8553298" indent="0">
              <a:buNone/>
              <a:defRPr sz="2339"/>
            </a:lvl9pPr>
          </a:lstStyle>
          <a:p>
            <a:pPr lvl="0"/>
            <a:r>
              <a:rPr lang="en-US"/>
              <a:t>Click to edit Master text styles</a:t>
            </a:r>
          </a:p>
        </p:txBody>
      </p:sp>
      <p:sp>
        <p:nvSpPr>
          <p:cNvPr id="5" name="Date Placeholder 4"/>
          <p:cNvSpPr>
            <a:spLocks noGrp="1"/>
          </p:cNvSpPr>
          <p:nvPr>
            <p:ph type="dt" sz="half" idx="10"/>
          </p:nvPr>
        </p:nvSpPr>
        <p:spPr/>
        <p:txBody>
          <a:bodyPr/>
          <a:lstStyle/>
          <a:p>
            <a:fld id="{8453E2C6-8CDE-4FA4-9434-0173729C9153}" type="datetimeFigureOut">
              <a:rPr lang="en-IN" smtClean="0"/>
              <a:pPr/>
              <a:t>05-03-2024</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AA8FA1BF-A921-4444-88C6-9EFD5BFD1773}" type="slidenum">
              <a:rPr lang="en-IN" smtClean="0"/>
              <a:pPr/>
              <a:t>‹#›</a:t>
            </a:fld>
            <a:endParaRPr lang="en-IN" dirty="0"/>
          </a:p>
        </p:txBody>
      </p:sp>
    </p:spTree>
    <p:extLst>
      <p:ext uri="{BB962C8B-B14F-4D97-AF65-F5344CB8AC3E}">
        <p14:creationId xmlns:p14="http://schemas.microsoft.com/office/powerpoint/2010/main" xmlns="" val="34284849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53E2C6-8CDE-4FA4-9434-0173729C9153}" type="datetimeFigureOut">
              <a:rPr lang="en-IN" smtClean="0"/>
              <a:pPr/>
              <a:t>05-03-2024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A8FA1BF-A921-4444-88C6-9EFD5BFD1773}" type="slidenum">
              <a:rPr lang="en-IN" smtClean="0"/>
              <a:pPr/>
              <a:t>‹#›</a:t>
            </a:fld>
            <a:endParaRPr lang="en-IN" dirty="0"/>
          </a:p>
        </p:txBody>
      </p:sp>
    </p:spTree>
    <p:extLst>
      <p:ext uri="{BB962C8B-B14F-4D97-AF65-F5344CB8AC3E}">
        <p14:creationId xmlns:p14="http://schemas.microsoft.com/office/powerpoint/2010/main" xmlns="" val="39903443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302658" y="1626243"/>
            <a:ext cx="4610844" cy="258855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70125" y="1626243"/>
            <a:ext cx="13565237" cy="258855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53E2C6-8CDE-4FA4-9434-0173729C9153}" type="datetimeFigureOut">
              <a:rPr lang="en-IN" smtClean="0"/>
              <a:pPr/>
              <a:t>05-03-2024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A8FA1BF-A921-4444-88C6-9EFD5BFD1773}" type="slidenum">
              <a:rPr lang="en-IN" smtClean="0"/>
              <a:pPr/>
              <a:t>‹#›</a:t>
            </a:fld>
            <a:endParaRPr lang="en-IN" dirty="0"/>
          </a:p>
        </p:txBody>
      </p:sp>
    </p:spTree>
    <p:extLst>
      <p:ext uri="{BB962C8B-B14F-4D97-AF65-F5344CB8AC3E}">
        <p14:creationId xmlns:p14="http://schemas.microsoft.com/office/powerpoint/2010/main" xmlns="" val="7100738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70124" y="1626250"/>
            <a:ext cx="18443377" cy="59039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70124" y="8131215"/>
            <a:ext cx="18443377" cy="1938057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470124" y="28310778"/>
            <a:ext cx="4811316" cy="1626243"/>
          </a:xfrm>
          <a:prstGeom prst="rect">
            <a:avLst/>
          </a:prstGeom>
        </p:spPr>
        <p:txBody>
          <a:bodyPr vert="horz" lIns="91440" tIns="45720" rIns="91440" bIns="45720" rtlCol="0" anchor="ctr"/>
          <a:lstStyle>
            <a:lvl1pPr algn="l">
              <a:defRPr sz="2806">
                <a:solidFill>
                  <a:schemeClr val="tx1">
                    <a:tint val="75000"/>
                  </a:schemeClr>
                </a:solidFill>
              </a:defRPr>
            </a:lvl1pPr>
          </a:lstStyle>
          <a:p>
            <a:fld id="{8453E2C6-8CDE-4FA4-9434-0173729C9153}" type="datetimeFigureOut">
              <a:rPr lang="en-IN" smtClean="0"/>
              <a:pPr/>
              <a:t>05-03-2024</a:t>
            </a:fld>
            <a:endParaRPr lang="en-IN" dirty="0"/>
          </a:p>
        </p:txBody>
      </p:sp>
      <p:sp>
        <p:nvSpPr>
          <p:cNvPr id="5" name="Footer Placeholder 4"/>
          <p:cNvSpPr>
            <a:spLocks noGrp="1"/>
          </p:cNvSpPr>
          <p:nvPr>
            <p:ph type="ftr" sz="quarter" idx="3"/>
          </p:nvPr>
        </p:nvSpPr>
        <p:spPr>
          <a:xfrm>
            <a:off x="7083326" y="28310778"/>
            <a:ext cx="7216973" cy="1626243"/>
          </a:xfrm>
          <a:prstGeom prst="rect">
            <a:avLst/>
          </a:prstGeom>
        </p:spPr>
        <p:txBody>
          <a:bodyPr vert="horz" lIns="91440" tIns="45720" rIns="91440" bIns="45720" rtlCol="0" anchor="ctr"/>
          <a:lstStyle>
            <a:lvl1pPr algn="ctr">
              <a:defRPr sz="2806">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15102185" y="28310778"/>
            <a:ext cx="4811316" cy="1626243"/>
          </a:xfrm>
          <a:prstGeom prst="rect">
            <a:avLst/>
          </a:prstGeom>
        </p:spPr>
        <p:txBody>
          <a:bodyPr vert="horz" lIns="91440" tIns="45720" rIns="91440" bIns="45720" rtlCol="0" anchor="ctr"/>
          <a:lstStyle>
            <a:lvl1pPr algn="r">
              <a:defRPr sz="2806">
                <a:solidFill>
                  <a:schemeClr val="tx1">
                    <a:tint val="75000"/>
                  </a:schemeClr>
                </a:solidFill>
              </a:defRPr>
            </a:lvl1pPr>
          </a:lstStyle>
          <a:p>
            <a:fld id="{AA8FA1BF-A921-4444-88C6-9EFD5BFD1773}" type="slidenum">
              <a:rPr lang="en-IN" smtClean="0"/>
              <a:pPr/>
              <a:t>‹#›</a:t>
            </a:fld>
            <a:endParaRPr lang="en-IN" dirty="0"/>
          </a:p>
        </p:txBody>
      </p:sp>
    </p:spTree>
    <p:extLst>
      <p:ext uri="{BB962C8B-B14F-4D97-AF65-F5344CB8AC3E}">
        <p14:creationId xmlns:p14="http://schemas.microsoft.com/office/powerpoint/2010/main" xmlns="" val="287361465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2138324" rtl="0" eaLnBrk="1" latinLnBrk="0" hangingPunct="1">
        <a:lnSpc>
          <a:spcPct val="90000"/>
        </a:lnSpc>
        <a:spcBef>
          <a:spcPct val="0"/>
        </a:spcBef>
        <a:buNone/>
        <a:defRPr sz="10289" kern="1200">
          <a:solidFill>
            <a:schemeClr val="tx1"/>
          </a:solidFill>
          <a:latin typeface="+mj-lt"/>
          <a:ea typeface="+mj-ea"/>
          <a:cs typeface="+mj-cs"/>
        </a:defRPr>
      </a:lvl1pPr>
    </p:titleStyle>
    <p:bodyStyle>
      <a:lvl1pPr marL="534581" indent="-534581" algn="l" defTabSz="2138324" rtl="0" eaLnBrk="1" latinLnBrk="0" hangingPunct="1">
        <a:lnSpc>
          <a:spcPct val="90000"/>
        </a:lnSpc>
        <a:spcBef>
          <a:spcPts val="2339"/>
        </a:spcBef>
        <a:buFont typeface="Arial" panose="020B0604020202020204" pitchFamily="34" charset="0"/>
        <a:buChar char="•"/>
        <a:defRPr sz="6548" kern="1200">
          <a:solidFill>
            <a:schemeClr val="tx1"/>
          </a:solidFill>
          <a:latin typeface="+mn-lt"/>
          <a:ea typeface="+mn-ea"/>
          <a:cs typeface="+mn-cs"/>
        </a:defRPr>
      </a:lvl1pPr>
      <a:lvl2pPr marL="1603743" indent="-534581" algn="l" defTabSz="2138324" rtl="0" eaLnBrk="1" latinLnBrk="0" hangingPunct="1">
        <a:lnSpc>
          <a:spcPct val="90000"/>
        </a:lnSpc>
        <a:spcBef>
          <a:spcPts val="1169"/>
        </a:spcBef>
        <a:buFont typeface="Arial" panose="020B0604020202020204" pitchFamily="34" charset="0"/>
        <a:buChar char="•"/>
        <a:defRPr sz="5612" kern="1200">
          <a:solidFill>
            <a:schemeClr val="tx1"/>
          </a:solidFill>
          <a:latin typeface="+mn-lt"/>
          <a:ea typeface="+mn-ea"/>
          <a:cs typeface="+mn-cs"/>
        </a:defRPr>
      </a:lvl2pPr>
      <a:lvl3pPr marL="2672906" indent="-534581" algn="l" defTabSz="2138324" rtl="0" eaLnBrk="1" latinLnBrk="0" hangingPunct="1">
        <a:lnSpc>
          <a:spcPct val="90000"/>
        </a:lnSpc>
        <a:spcBef>
          <a:spcPts val="1169"/>
        </a:spcBef>
        <a:buFont typeface="Arial" panose="020B0604020202020204" pitchFamily="34" charset="0"/>
        <a:buChar char="•"/>
        <a:defRPr sz="4677" kern="1200">
          <a:solidFill>
            <a:schemeClr val="tx1"/>
          </a:solidFill>
          <a:latin typeface="+mn-lt"/>
          <a:ea typeface="+mn-ea"/>
          <a:cs typeface="+mn-cs"/>
        </a:defRPr>
      </a:lvl3pPr>
      <a:lvl4pPr marL="3742068"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4pPr>
      <a:lvl5pPr marL="4811230"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5pPr>
      <a:lvl6pPr marL="5880392"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6pPr>
      <a:lvl7pPr marL="6949554"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7pPr>
      <a:lvl8pPr marL="8018717"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8pPr>
      <a:lvl9pPr marL="9087879"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9pPr>
    </p:bodyStyle>
    <p:otherStyle>
      <a:defPPr>
        <a:defRPr lang="en-US"/>
      </a:defPPr>
      <a:lvl1pPr marL="0" algn="l" defTabSz="2138324" rtl="0" eaLnBrk="1" latinLnBrk="0" hangingPunct="1">
        <a:defRPr sz="4209" kern="1200">
          <a:solidFill>
            <a:schemeClr val="tx1"/>
          </a:solidFill>
          <a:latin typeface="+mn-lt"/>
          <a:ea typeface="+mn-ea"/>
          <a:cs typeface="+mn-cs"/>
        </a:defRPr>
      </a:lvl1pPr>
      <a:lvl2pPr marL="1069162" algn="l" defTabSz="2138324" rtl="0" eaLnBrk="1" latinLnBrk="0" hangingPunct="1">
        <a:defRPr sz="4209" kern="1200">
          <a:solidFill>
            <a:schemeClr val="tx1"/>
          </a:solidFill>
          <a:latin typeface="+mn-lt"/>
          <a:ea typeface="+mn-ea"/>
          <a:cs typeface="+mn-cs"/>
        </a:defRPr>
      </a:lvl2pPr>
      <a:lvl3pPr marL="2138324" algn="l" defTabSz="2138324" rtl="0" eaLnBrk="1" latinLnBrk="0" hangingPunct="1">
        <a:defRPr sz="4209" kern="1200">
          <a:solidFill>
            <a:schemeClr val="tx1"/>
          </a:solidFill>
          <a:latin typeface="+mn-lt"/>
          <a:ea typeface="+mn-ea"/>
          <a:cs typeface="+mn-cs"/>
        </a:defRPr>
      </a:lvl3pPr>
      <a:lvl4pPr marL="3207487" algn="l" defTabSz="2138324" rtl="0" eaLnBrk="1" latinLnBrk="0" hangingPunct="1">
        <a:defRPr sz="4209" kern="1200">
          <a:solidFill>
            <a:schemeClr val="tx1"/>
          </a:solidFill>
          <a:latin typeface="+mn-lt"/>
          <a:ea typeface="+mn-ea"/>
          <a:cs typeface="+mn-cs"/>
        </a:defRPr>
      </a:lvl4pPr>
      <a:lvl5pPr marL="4276649" algn="l" defTabSz="2138324" rtl="0" eaLnBrk="1" latinLnBrk="0" hangingPunct="1">
        <a:defRPr sz="4209" kern="1200">
          <a:solidFill>
            <a:schemeClr val="tx1"/>
          </a:solidFill>
          <a:latin typeface="+mn-lt"/>
          <a:ea typeface="+mn-ea"/>
          <a:cs typeface="+mn-cs"/>
        </a:defRPr>
      </a:lvl5pPr>
      <a:lvl6pPr marL="5345811" algn="l" defTabSz="2138324" rtl="0" eaLnBrk="1" latinLnBrk="0" hangingPunct="1">
        <a:defRPr sz="4209" kern="1200">
          <a:solidFill>
            <a:schemeClr val="tx1"/>
          </a:solidFill>
          <a:latin typeface="+mn-lt"/>
          <a:ea typeface="+mn-ea"/>
          <a:cs typeface="+mn-cs"/>
        </a:defRPr>
      </a:lvl6pPr>
      <a:lvl7pPr marL="6414973" algn="l" defTabSz="2138324" rtl="0" eaLnBrk="1" latinLnBrk="0" hangingPunct="1">
        <a:defRPr sz="4209" kern="1200">
          <a:solidFill>
            <a:schemeClr val="tx1"/>
          </a:solidFill>
          <a:latin typeface="+mn-lt"/>
          <a:ea typeface="+mn-ea"/>
          <a:cs typeface="+mn-cs"/>
        </a:defRPr>
      </a:lvl7pPr>
      <a:lvl8pPr marL="7484135" algn="l" defTabSz="2138324" rtl="0" eaLnBrk="1" latinLnBrk="0" hangingPunct="1">
        <a:defRPr sz="4209" kern="1200">
          <a:solidFill>
            <a:schemeClr val="tx1"/>
          </a:solidFill>
          <a:latin typeface="+mn-lt"/>
          <a:ea typeface="+mn-ea"/>
          <a:cs typeface="+mn-cs"/>
        </a:defRPr>
      </a:lvl8pPr>
      <a:lvl9pPr marL="8553298" algn="l" defTabSz="2138324" rtl="0" eaLnBrk="1" latinLnBrk="0" hangingPunct="1">
        <a:defRPr sz="420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hyperlink" Target="mailto:kushal.gowda@btech.christuniversity.in" TargetMode="External"/><Relationship Id="rId7" Type="http://schemas.openxmlformats.org/officeDocument/2006/relationships/image" Target="../media/image3.png"/><Relationship Id="rId12" Type="http://schemas.openxmlformats.org/officeDocument/2006/relationships/image" Target="../media/image8.png"/><Relationship Id="rId2" Type="http://schemas.openxmlformats.org/officeDocument/2006/relationships/hyperlink" Target="mailto:sanjay.s@btech.christuniversity.in" TargetMode="External"/><Relationship Id="rId1" Type="http://schemas.openxmlformats.org/officeDocument/2006/relationships/slideLayout" Target="../slideLayouts/slideLayout6.xml"/><Relationship Id="rId6" Type="http://schemas.openxmlformats.org/officeDocument/2006/relationships/image" Target="../media/image2.png"/><Relationship Id="rId11" Type="http://schemas.openxmlformats.org/officeDocument/2006/relationships/image" Target="../media/image7.png"/><Relationship Id="rId5" Type="http://schemas.openxmlformats.org/officeDocument/2006/relationships/image" Target="../media/image1.png"/><Relationship Id="rId10" Type="http://schemas.openxmlformats.org/officeDocument/2006/relationships/image" Target="../media/image6.png"/><Relationship Id="rId4" Type="http://schemas.openxmlformats.org/officeDocument/2006/relationships/hyperlink" Target="mailto:nelluru.uma@btech.christuniversity.in" TargetMode="External"/><Relationship Id="rId9"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59812" y="365760"/>
            <a:ext cx="20664000" cy="29556000"/>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Title 3"/>
          <p:cNvSpPr txBox="1">
            <a:spLocks/>
          </p:cNvSpPr>
          <p:nvPr/>
        </p:nvSpPr>
        <p:spPr>
          <a:xfrm>
            <a:off x="1883967" y="323596"/>
            <a:ext cx="18390340" cy="1133856"/>
          </a:xfrm>
          <a:prstGeom prst="rect">
            <a:avLst/>
          </a:prstGeom>
        </p:spPr>
        <p:txBody>
          <a:bodyPr vert="horz" lIns="91440" tIns="45720" rIns="91440" bIns="45720" rtlCol="0" anchor="ctr">
            <a:normAutofit/>
          </a:bodyPr>
          <a:lstStyle>
            <a:lvl1pPr algn="l" defTabSz="2138324" rtl="0" eaLnBrk="1" latinLnBrk="0" hangingPunct="1">
              <a:lnSpc>
                <a:spcPct val="90000"/>
              </a:lnSpc>
              <a:spcBef>
                <a:spcPct val="0"/>
              </a:spcBef>
              <a:buNone/>
              <a:defRPr sz="10289" kern="1200">
                <a:solidFill>
                  <a:schemeClr val="tx1"/>
                </a:solidFill>
                <a:latin typeface="+mj-lt"/>
                <a:ea typeface="+mj-ea"/>
                <a:cs typeface="+mj-cs"/>
              </a:defRPr>
            </a:lvl1pPr>
          </a:lstStyle>
          <a:p>
            <a:pPr algn="ctr"/>
            <a:r>
              <a:rPr lang="en-US" sz="4800" dirty="0">
                <a:solidFill>
                  <a:srgbClr val="FF0000"/>
                </a:solidFill>
              </a:rPr>
              <a:t> ELDER CARE MANAGEMENT SYSTEM </a:t>
            </a:r>
            <a:endParaRPr lang="en-IN" sz="4800" dirty="0">
              <a:solidFill>
                <a:srgbClr val="FF0000"/>
              </a:solidFill>
            </a:endParaRPr>
          </a:p>
        </p:txBody>
      </p:sp>
      <p:sp>
        <p:nvSpPr>
          <p:cNvPr id="7" name="Text Placeholder 22"/>
          <p:cNvSpPr txBox="1">
            <a:spLocks/>
          </p:cNvSpPr>
          <p:nvPr/>
        </p:nvSpPr>
        <p:spPr>
          <a:xfrm>
            <a:off x="2633472" y="1130968"/>
            <a:ext cx="18390340" cy="1034716"/>
          </a:xfrm>
          <a:prstGeom prst="rect">
            <a:avLst/>
          </a:prstGeom>
        </p:spPr>
        <p:txBody>
          <a:bodyPr/>
          <a:lstStyle>
            <a:lvl1pPr marL="534581" indent="-534581" algn="l" defTabSz="2138324" rtl="0" eaLnBrk="1" latinLnBrk="0" hangingPunct="1">
              <a:lnSpc>
                <a:spcPct val="90000"/>
              </a:lnSpc>
              <a:spcBef>
                <a:spcPts val="2339"/>
              </a:spcBef>
              <a:buFont typeface="Arial" panose="020B0604020202020204" pitchFamily="34" charset="0"/>
              <a:buChar char="•"/>
              <a:defRPr sz="6548" kern="1200">
                <a:solidFill>
                  <a:schemeClr val="tx1"/>
                </a:solidFill>
                <a:latin typeface="+mn-lt"/>
                <a:ea typeface="+mn-ea"/>
                <a:cs typeface="+mn-cs"/>
              </a:defRPr>
            </a:lvl1pPr>
            <a:lvl2pPr marL="1603743" indent="-534581" algn="l" defTabSz="2138324" rtl="0" eaLnBrk="1" latinLnBrk="0" hangingPunct="1">
              <a:lnSpc>
                <a:spcPct val="90000"/>
              </a:lnSpc>
              <a:spcBef>
                <a:spcPts val="1169"/>
              </a:spcBef>
              <a:buFont typeface="Arial" panose="020B0604020202020204" pitchFamily="34" charset="0"/>
              <a:buChar char="•"/>
              <a:defRPr sz="5612" kern="1200">
                <a:solidFill>
                  <a:schemeClr val="tx1"/>
                </a:solidFill>
                <a:latin typeface="+mn-lt"/>
                <a:ea typeface="+mn-ea"/>
                <a:cs typeface="+mn-cs"/>
              </a:defRPr>
            </a:lvl2pPr>
            <a:lvl3pPr marL="2672906" indent="-534581" algn="l" defTabSz="2138324" rtl="0" eaLnBrk="1" latinLnBrk="0" hangingPunct="1">
              <a:lnSpc>
                <a:spcPct val="90000"/>
              </a:lnSpc>
              <a:spcBef>
                <a:spcPts val="1169"/>
              </a:spcBef>
              <a:buFont typeface="Arial" panose="020B0604020202020204" pitchFamily="34" charset="0"/>
              <a:buChar char="•"/>
              <a:defRPr sz="4677" kern="1200">
                <a:solidFill>
                  <a:schemeClr val="tx1"/>
                </a:solidFill>
                <a:latin typeface="+mn-lt"/>
                <a:ea typeface="+mn-ea"/>
                <a:cs typeface="+mn-cs"/>
              </a:defRPr>
            </a:lvl3pPr>
            <a:lvl4pPr marL="3742068"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4pPr>
            <a:lvl5pPr marL="4811230"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5pPr>
            <a:lvl6pPr marL="5880392"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6pPr>
            <a:lvl7pPr marL="6949554"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7pPr>
            <a:lvl8pPr marL="8018717"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8pPr>
            <a:lvl9pPr marL="9087879"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9pPr>
          </a:lstStyle>
          <a:p>
            <a:pPr marL="0" indent="0">
              <a:buNone/>
            </a:pPr>
            <a:r>
              <a:rPr lang="en-US" sz="4000" dirty="0"/>
              <a:t>DEPARTMENT  OF COMPUTER SCIENCE &amp; ENGINEERING|6BTCS-C|CHRIST UNIVERSITY</a:t>
            </a:r>
            <a:endParaRPr lang="en-AU" sz="4000" dirty="0"/>
          </a:p>
          <a:p>
            <a:pPr marL="0" indent="0">
              <a:buNone/>
            </a:pPr>
            <a:endParaRPr lang="en-AU" sz="4400" dirty="0"/>
          </a:p>
          <a:p>
            <a:pPr marL="0" indent="0">
              <a:buNone/>
            </a:pPr>
            <a:endParaRPr lang="en-US" sz="4400" dirty="0"/>
          </a:p>
        </p:txBody>
      </p:sp>
      <p:sp>
        <p:nvSpPr>
          <p:cNvPr id="11" name="Text Placeholder 68"/>
          <p:cNvSpPr txBox="1">
            <a:spLocks/>
          </p:cNvSpPr>
          <p:nvPr/>
        </p:nvSpPr>
        <p:spPr>
          <a:xfrm>
            <a:off x="10709812" y="2817845"/>
            <a:ext cx="10321388" cy="21763379"/>
          </a:xfrm>
          <a:prstGeom prst="rect">
            <a:avLst/>
          </a:prstGeom>
          <a:noFill/>
          <a:ln w="15875">
            <a:solidFill>
              <a:schemeClr val="accent1">
                <a:shade val="50000"/>
              </a:schemeClr>
            </a:solidFill>
          </a:ln>
        </p:spPr>
        <p:txBody>
          <a:bodyPr>
            <a:noAutofit/>
          </a:bodyPr>
          <a:lstStyle>
            <a:defPPr>
              <a:defRPr lang="en-US"/>
            </a:defPPr>
            <a:lvl1pPr indent="0" defTabSz="2138324">
              <a:lnSpc>
                <a:spcPct val="90000"/>
              </a:lnSpc>
              <a:spcBef>
                <a:spcPts val="2339"/>
              </a:spcBef>
              <a:buFont typeface="Arial" panose="020B0604020202020204" pitchFamily="34" charset="0"/>
              <a:buNone/>
              <a:defRPr sz="2400"/>
            </a:lvl1pPr>
            <a:lvl2pPr marL="1603743" indent="-534581" defTabSz="2138324">
              <a:lnSpc>
                <a:spcPct val="90000"/>
              </a:lnSpc>
              <a:spcBef>
                <a:spcPts val="1169"/>
              </a:spcBef>
              <a:buFont typeface="Arial" panose="020B0604020202020204" pitchFamily="34" charset="0"/>
              <a:buChar char="•"/>
              <a:defRPr sz="5612"/>
            </a:lvl2pPr>
            <a:lvl3pPr marL="2672906" indent="-534581" defTabSz="2138324">
              <a:lnSpc>
                <a:spcPct val="90000"/>
              </a:lnSpc>
              <a:spcBef>
                <a:spcPts val="1169"/>
              </a:spcBef>
              <a:buFont typeface="Arial" panose="020B0604020202020204" pitchFamily="34" charset="0"/>
              <a:buChar char="•"/>
              <a:defRPr sz="4677"/>
            </a:lvl3pPr>
            <a:lvl4pPr marL="3742068" indent="-534581" defTabSz="2138324">
              <a:lnSpc>
                <a:spcPct val="90000"/>
              </a:lnSpc>
              <a:spcBef>
                <a:spcPts val="1169"/>
              </a:spcBef>
              <a:buFont typeface="Arial" panose="020B0604020202020204" pitchFamily="34" charset="0"/>
              <a:buChar char="•"/>
              <a:defRPr sz="4209"/>
            </a:lvl4pPr>
            <a:lvl5pPr marL="4811230" indent="-534581" defTabSz="2138324">
              <a:lnSpc>
                <a:spcPct val="90000"/>
              </a:lnSpc>
              <a:spcBef>
                <a:spcPts val="1169"/>
              </a:spcBef>
              <a:buFont typeface="Arial" panose="020B0604020202020204" pitchFamily="34" charset="0"/>
              <a:buChar char="•"/>
              <a:defRPr sz="4209"/>
            </a:lvl5pPr>
            <a:lvl6pPr marL="5880392" indent="-534581" defTabSz="2138324">
              <a:lnSpc>
                <a:spcPct val="90000"/>
              </a:lnSpc>
              <a:spcBef>
                <a:spcPts val="1169"/>
              </a:spcBef>
              <a:buFont typeface="Arial" panose="020B0604020202020204" pitchFamily="34" charset="0"/>
              <a:buChar char="•"/>
              <a:defRPr sz="4209"/>
            </a:lvl6pPr>
            <a:lvl7pPr marL="6949554" indent="-534581" defTabSz="2138324">
              <a:lnSpc>
                <a:spcPct val="90000"/>
              </a:lnSpc>
              <a:spcBef>
                <a:spcPts val="1169"/>
              </a:spcBef>
              <a:buFont typeface="Arial" panose="020B0604020202020204" pitchFamily="34" charset="0"/>
              <a:buChar char="•"/>
              <a:defRPr sz="4209"/>
            </a:lvl7pPr>
            <a:lvl8pPr marL="8018717" indent="-534581" defTabSz="2138324">
              <a:lnSpc>
                <a:spcPct val="90000"/>
              </a:lnSpc>
              <a:spcBef>
                <a:spcPts val="1169"/>
              </a:spcBef>
              <a:buFont typeface="Arial" panose="020B0604020202020204" pitchFamily="34" charset="0"/>
              <a:buChar char="•"/>
              <a:defRPr sz="4209"/>
            </a:lvl8pPr>
            <a:lvl9pPr marL="9087879" indent="-534581" defTabSz="2138324">
              <a:lnSpc>
                <a:spcPct val="90000"/>
              </a:lnSpc>
              <a:spcBef>
                <a:spcPts val="1169"/>
              </a:spcBef>
              <a:buFont typeface="Arial" panose="020B0604020202020204" pitchFamily="34" charset="0"/>
              <a:buChar char="•"/>
              <a:defRPr sz="4209"/>
            </a:lvl9p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AU" sz="2000" i="1" dirty="0"/>
          </a:p>
          <a:p>
            <a:endParaRPr lang="en-AU" i="1" dirty="0"/>
          </a:p>
          <a:p>
            <a:endParaRPr lang="en-IN" dirty="0"/>
          </a:p>
        </p:txBody>
      </p:sp>
      <p:sp>
        <p:nvSpPr>
          <p:cNvPr id="3" name="Rectangle 2"/>
          <p:cNvSpPr/>
          <p:nvPr/>
        </p:nvSpPr>
        <p:spPr>
          <a:xfrm>
            <a:off x="308134" y="5859626"/>
            <a:ext cx="4799894" cy="646331"/>
          </a:xfrm>
          <a:prstGeom prst="rect">
            <a:avLst/>
          </a:prstGeom>
        </p:spPr>
        <p:txBody>
          <a:bodyPr wrap="square">
            <a:spAutoFit/>
          </a:bodyPr>
          <a:lstStyle/>
          <a:p>
            <a:pPr algn="ctr"/>
            <a:r>
              <a:rPr lang="en-US" sz="3600" dirty="0">
                <a:solidFill>
                  <a:schemeClr val="accent1"/>
                </a:solidFill>
                <a:latin typeface="Times New Roman" pitchFamily="18" charset="0"/>
                <a:cs typeface="Times New Roman" pitchFamily="18" charset="0"/>
              </a:rPr>
              <a:t>SCOPE of the Project</a:t>
            </a:r>
          </a:p>
        </p:txBody>
      </p:sp>
      <p:sp>
        <p:nvSpPr>
          <p:cNvPr id="13" name="Rectangle 12"/>
          <p:cNvSpPr/>
          <p:nvPr/>
        </p:nvSpPr>
        <p:spPr>
          <a:xfrm>
            <a:off x="468923" y="20028277"/>
            <a:ext cx="2743200" cy="646331"/>
          </a:xfrm>
          <a:prstGeom prst="rect">
            <a:avLst/>
          </a:prstGeom>
        </p:spPr>
        <p:txBody>
          <a:bodyPr wrap="square">
            <a:spAutoFit/>
          </a:bodyPr>
          <a:lstStyle/>
          <a:p>
            <a:r>
              <a:rPr lang="en-US" altLang="zh-CN" sz="3600" dirty="0">
                <a:solidFill>
                  <a:schemeClr val="accent1"/>
                </a:solidFill>
                <a:latin typeface="Times New Roman" pitchFamily="18" charset="0"/>
                <a:cs typeface="Times New Roman" pitchFamily="18" charset="0"/>
              </a:rPr>
              <a:t>Methodology</a:t>
            </a:r>
          </a:p>
        </p:txBody>
      </p:sp>
      <p:sp>
        <p:nvSpPr>
          <p:cNvPr id="14" name="Content Placeholder 10"/>
          <p:cNvSpPr txBox="1">
            <a:spLocks/>
          </p:cNvSpPr>
          <p:nvPr/>
        </p:nvSpPr>
        <p:spPr>
          <a:xfrm>
            <a:off x="385011" y="6363475"/>
            <a:ext cx="10326532" cy="13484383"/>
          </a:xfrm>
          <a:prstGeom prst="rect">
            <a:avLst/>
          </a:prstGeom>
          <a:noFill/>
          <a:ln w="15875">
            <a:solidFill>
              <a:schemeClr val="accent1">
                <a:shade val="50000"/>
              </a:schemeClr>
            </a:solidFill>
          </a:ln>
        </p:spPr>
        <p:txBody>
          <a:bodyPr>
            <a:noAutofit/>
          </a:bodyPr>
          <a:lstStyle>
            <a:defPPr>
              <a:defRPr lang="en-US"/>
            </a:defPPr>
            <a:lvl1pPr indent="0" defTabSz="2138324">
              <a:lnSpc>
                <a:spcPct val="90000"/>
              </a:lnSpc>
              <a:spcBef>
                <a:spcPts val="2339"/>
              </a:spcBef>
              <a:buFont typeface="Arial" panose="020B0604020202020204" pitchFamily="34" charset="0"/>
              <a:buNone/>
              <a:defRPr sz="3600"/>
            </a:lvl1pPr>
            <a:lvl2pPr marL="1603743" indent="-534581" defTabSz="2138324">
              <a:lnSpc>
                <a:spcPct val="90000"/>
              </a:lnSpc>
              <a:spcBef>
                <a:spcPts val="1169"/>
              </a:spcBef>
              <a:buFont typeface="Arial" panose="020B0604020202020204" pitchFamily="34" charset="0"/>
              <a:buChar char="•"/>
              <a:defRPr sz="5612"/>
            </a:lvl2pPr>
            <a:lvl3pPr marL="2672906" indent="-534581" defTabSz="2138324">
              <a:lnSpc>
                <a:spcPct val="90000"/>
              </a:lnSpc>
              <a:spcBef>
                <a:spcPts val="1169"/>
              </a:spcBef>
              <a:buFont typeface="Arial" panose="020B0604020202020204" pitchFamily="34" charset="0"/>
              <a:buChar char="•"/>
              <a:defRPr sz="4677"/>
            </a:lvl3pPr>
            <a:lvl4pPr marL="3742068" indent="-534581" defTabSz="2138324">
              <a:lnSpc>
                <a:spcPct val="90000"/>
              </a:lnSpc>
              <a:spcBef>
                <a:spcPts val="1169"/>
              </a:spcBef>
              <a:buFont typeface="Arial" panose="020B0604020202020204" pitchFamily="34" charset="0"/>
              <a:buChar char="•"/>
              <a:defRPr sz="4209"/>
            </a:lvl4pPr>
            <a:lvl5pPr marL="4811230" indent="-534581" defTabSz="2138324">
              <a:lnSpc>
                <a:spcPct val="90000"/>
              </a:lnSpc>
              <a:spcBef>
                <a:spcPts val="1169"/>
              </a:spcBef>
              <a:buFont typeface="Arial" panose="020B0604020202020204" pitchFamily="34" charset="0"/>
              <a:buChar char="•"/>
              <a:defRPr sz="4209"/>
            </a:lvl5pPr>
            <a:lvl6pPr marL="5880392" indent="-534581" defTabSz="2138324">
              <a:lnSpc>
                <a:spcPct val="90000"/>
              </a:lnSpc>
              <a:spcBef>
                <a:spcPts val="1169"/>
              </a:spcBef>
              <a:buFont typeface="Arial" panose="020B0604020202020204" pitchFamily="34" charset="0"/>
              <a:buChar char="•"/>
              <a:defRPr sz="4209"/>
            </a:lvl6pPr>
            <a:lvl7pPr marL="6949554" indent="-534581" defTabSz="2138324">
              <a:lnSpc>
                <a:spcPct val="90000"/>
              </a:lnSpc>
              <a:spcBef>
                <a:spcPts val="1169"/>
              </a:spcBef>
              <a:buFont typeface="Arial" panose="020B0604020202020204" pitchFamily="34" charset="0"/>
              <a:buChar char="•"/>
              <a:defRPr sz="4209"/>
            </a:lvl7pPr>
            <a:lvl8pPr marL="8018717" indent="-534581" defTabSz="2138324">
              <a:lnSpc>
                <a:spcPct val="90000"/>
              </a:lnSpc>
              <a:spcBef>
                <a:spcPts val="1169"/>
              </a:spcBef>
              <a:buFont typeface="Arial" panose="020B0604020202020204" pitchFamily="34" charset="0"/>
              <a:buChar char="•"/>
              <a:defRPr sz="4209"/>
            </a:lvl8pPr>
            <a:lvl9pPr marL="9087879" indent="-534581" defTabSz="2138324">
              <a:lnSpc>
                <a:spcPct val="90000"/>
              </a:lnSpc>
              <a:spcBef>
                <a:spcPts val="1169"/>
              </a:spcBef>
              <a:buFont typeface="Arial" panose="020B0604020202020204" pitchFamily="34" charset="0"/>
              <a:buChar char="•"/>
              <a:defRPr sz="4209"/>
            </a:lvl9pPr>
          </a:lstStyle>
          <a:p>
            <a:pPr algn="just"/>
            <a:r>
              <a:rPr lang="en-US" sz="2400" dirty="0">
                <a:latin typeface="Times New Roman" pitchFamily="18" charset="0"/>
                <a:cs typeface="Times New Roman" pitchFamily="18" charset="0"/>
              </a:rPr>
              <a:t>The scope of an IoT-based Elder Care Management System focusing on fall detection encompasses various aspects, including:</a:t>
            </a:r>
          </a:p>
          <a:p>
            <a:pPr algn="just"/>
            <a:r>
              <a:rPr lang="en-US" sz="2400" b="1" dirty="0">
                <a:latin typeface="Times New Roman" pitchFamily="18" charset="0"/>
                <a:cs typeface="Times New Roman" pitchFamily="18" charset="0"/>
              </a:rPr>
              <a:t>Sensor Deployment: </a:t>
            </a:r>
            <a:r>
              <a:rPr lang="en-US" sz="2400" dirty="0">
                <a:latin typeface="Times New Roman" pitchFamily="18" charset="0"/>
                <a:cs typeface="Times New Roman" pitchFamily="18" charset="0"/>
              </a:rPr>
              <a:t>Determining the type and placement of sensors such as accelerometers, gyroscopes, or pressure sensors in the living environment to accurately detect falls while minimizing false alarms.</a:t>
            </a:r>
          </a:p>
          <a:p>
            <a:pPr algn="just"/>
            <a:r>
              <a:rPr lang="en-US" sz="2400" b="1" dirty="0">
                <a:latin typeface="Times New Roman" pitchFamily="18" charset="0"/>
                <a:cs typeface="Times New Roman" pitchFamily="18" charset="0"/>
              </a:rPr>
              <a:t>Data Acquisition and Processing: </a:t>
            </a:r>
            <a:r>
              <a:rPr lang="en-US" sz="2400" dirty="0">
                <a:latin typeface="Times New Roman" pitchFamily="18" charset="0"/>
                <a:cs typeface="Times New Roman" pitchFamily="18" charset="0"/>
              </a:rPr>
              <a:t>Collecting and processing sensor data in real-time to analyze movement patterns and detect anomalies indicative of a fall event.</a:t>
            </a:r>
          </a:p>
          <a:p>
            <a:pPr algn="just"/>
            <a:r>
              <a:rPr lang="en-US" sz="2400" b="1" dirty="0">
                <a:latin typeface="Times New Roman" pitchFamily="18" charset="0"/>
                <a:cs typeface="Times New Roman" pitchFamily="18" charset="0"/>
              </a:rPr>
              <a:t>Fall Detection Algorithms: </a:t>
            </a:r>
            <a:r>
              <a:rPr lang="en-US" sz="2400" dirty="0">
                <a:latin typeface="Times New Roman" pitchFamily="18" charset="0"/>
                <a:cs typeface="Times New Roman" pitchFamily="18" charset="0"/>
              </a:rPr>
              <a:t>Developing and implementing robust algorithms capable of accurately identifying falls while distinguishing them from other activities like sitting down or sudden movements.</a:t>
            </a:r>
          </a:p>
          <a:p>
            <a:pPr algn="just"/>
            <a:r>
              <a:rPr lang="en-US" sz="2400" b="1" dirty="0">
                <a:latin typeface="Times New Roman" pitchFamily="18" charset="0"/>
                <a:cs typeface="Times New Roman" pitchFamily="18" charset="0"/>
              </a:rPr>
              <a:t>Alert Mechanisms</a:t>
            </a:r>
            <a:r>
              <a:rPr lang="en-US" sz="2400" dirty="0">
                <a:latin typeface="Times New Roman" pitchFamily="18" charset="0"/>
                <a:cs typeface="Times New Roman" pitchFamily="18" charset="0"/>
              </a:rPr>
              <a:t>: Establishing efficient alert mechanisms to promptly notify caregivers, family members, or emergency services in the event of a fall, utilizing methods such as mobile notifications, SMS,</a:t>
            </a:r>
          </a:p>
          <a:p>
            <a:pPr algn="just"/>
            <a:endParaRPr lang="en-US" sz="2400" dirty="0">
              <a:latin typeface="Times New Roman" pitchFamily="18" charset="0"/>
              <a:cs typeface="Times New Roman" pitchFamily="18" charset="0"/>
            </a:endParaRPr>
          </a:p>
          <a:p>
            <a:pPr algn="just"/>
            <a:r>
              <a:rPr lang="en-US" sz="2400" b="1" dirty="0">
                <a:latin typeface="Times New Roman" pitchFamily="18" charset="0"/>
                <a:cs typeface="Times New Roman" pitchFamily="18" charset="0"/>
              </a:rPr>
              <a:t>Fig 1. Present scenario of elders</a:t>
            </a:r>
          </a:p>
          <a:p>
            <a:pPr algn="just"/>
            <a:endParaRPr lang="en-US" sz="2400" dirty="0">
              <a:latin typeface="Times New Roman" pitchFamily="18" charset="0"/>
              <a:cs typeface="Times New Roman" pitchFamily="18" charset="0"/>
            </a:endParaRPr>
          </a:p>
          <a:p>
            <a:pPr algn="just"/>
            <a:endParaRPr lang="en-US" sz="2400" dirty="0">
              <a:latin typeface="Times New Roman" pitchFamily="18" charset="0"/>
              <a:cs typeface="Times New Roman" pitchFamily="18" charset="0"/>
            </a:endParaRPr>
          </a:p>
          <a:p>
            <a:pPr algn="just"/>
            <a:endParaRPr lang="en-US" sz="2400" dirty="0">
              <a:latin typeface="Times New Roman" pitchFamily="18" charset="0"/>
              <a:cs typeface="Times New Roman" pitchFamily="18" charset="0"/>
            </a:endParaRPr>
          </a:p>
          <a:p>
            <a:pPr algn="just"/>
            <a:endParaRPr lang="en-US" sz="2400" dirty="0">
              <a:latin typeface="Times New Roman" pitchFamily="18" charset="0"/>
              <a:cs typeface="Times New Roman" pitchFamily="18" charset="0"/>
            </a:endParaRPr>
          </a:p>
          <a:p>
            <a:pPr algn="just"/>
            <a:endParaRPr lang="en-US" sz="2400" dirty="0">
              <a:latin typeface="Times New Roman" pitchFamily="18" charset="0"/>
              <a:cs typeface="Times New Roman" pitchFamily="18" charset="0"/>
            </a:endParaRPr>
          </a:p>
          <a:p>
            <a:pPr algn="just"/>
            <a:r>
              <a:rPr lang="en-US" sz="2400" b="1" dirty="0">
                <a:latin typeface="Times New Roman" pitchFamily="18" charset="0"/>
                <a:cs typeface="Times New Roman" pitchFamily="18" charset="0"/>
              </a:rPr>
              <a:t>Integration with Existing Systems: </a:t>
            </a:r>
            <a:r>
              <a:rPr lang="en-US" sz="2400" dirty="0">
                <a:latin typeface="Times New Roman" pitchFamily="18" charset="0"/>
                <a:cs typeface="Times New Roman" pitchFamily="18" charset="0"/>
              </a:rPr>
              <a:t>Integrating the fall detection system with existing home automation or healthcare management platforms to ensure seamless monitoring and response.</a:t>
            </a:r>
          </a:p>
          <a:p>
            <a:pPr algn="just"/>
            <a:r>
              <a:rPr lang="en-US" sz="2400" b="1" dirty="0">
                <a:latin typeface="Times New Roman" pitchFamily="18" charset="0"/>
                <a:cs typeface="Times New Roman" pitchFamily="18" charset="0"/>
              </a:rPr>
              <a:t>User Interface: </a:t>
            </a:r>
            <a:r>
              <a:rPr lang="en-US" sz="2400" dirty="0">
                <a:latin typeface="Times New Roman" pitchFamily="18" charset="0"/>
                <a:cs typeface="Times New Roman" pitchFamily="18" charset="0"/>
              </a:rPr>
              <a:t>Designing user-friendly interfaces for both caregivers and elderly individuals, allowing them to monitor activity levels, receive alerts, and access historical data for analysis.</a:t>
            </a:r>
          </a:p>
          <a:p>
            <a:pPr algn="just"/>
            <a:endParaRPr lang="en-US" sz="2400" dirty="0">
              <a:latin typeface="Times New Roman" pitchFamily="18" charset="0"/>
              <a:cs typeface="Times New Roman" pitchFamily="18" charset="0"/>
            </a:endParaRPr>
          </a:p>
          <a:p>
            <a:pPr algn="just"/>
            <a:endParaRPr lang="en-US" sz="2400" dirty="0">
              <a:latin typeface="Times New Roman" pitchFamily="18" charset="0"/>
              <a:cs typeface="Times New Roman" pitchFamily="18" charset="0"/>
            </a:endParaRPr>
          </a:p>
          <a:p>
            <a:pPr algn="just"/>
            <a:endParaRPr lang="en-US" sz="2400" dirty="0">
              <a:latin typeface="Times New Roman" pitchFamily="18" charset="0"/>
              <a:cs typeface="Times New Roman" pitchFamily="18" charset="0"/>
            </a:endParaRPr>
          </a:p>
          <a:p>
            <a:pPr algn="just"/>
            <a:endParaRPr lang="en-US" sz="2400" dirty="0">
              <a:latin typeface="Times New Roman" pitchFamily="18" charset="0"/>
              <a:cs typeface="Times New Roman" pitchFamily="18" charset="0"/>
            </a:endParaRPr>
          </a:p>
          <a:p>
            <a:pPr algn="just"/>
            <a:endParaRPr lang="en-US" sz="2400" dirty="0">
              <a:latin typeface="Times New Roman" pitchFamily="18" charset="0"/>
              <a:cs typeface="Times New Roman" pitchFamily="18" charset="0"/>
            </a:endParaRPr>
          </a:p>
          <a:p>
            <a:pPr algn="just"/>
            <a:endParaRPr lang="en-US" sz="2400" dirty="0">
              <a:latin typeface="Times New Roman" pitchFamily="18" charset="0"/>
              <a:cs typeface="Times New Roman" pitchFamily="18" charset="0"/>
            </a:endParaRPr>
          </a:p>
          <a:p>
            <a:pPr algn="just"/>
            <a:endParaRPr lang="en-US" sz="2400" dirty="0">
              <a:latin typeface="Times New Roman" pitchFamily="18" charset="0"/>
              <a:cs typeface="Times New Roman" pitchFamily="18" charset="0"/>
            </a:endParaRPr>
          </a:p>
          <a:p>
            <a:pPr algn="just"/>
            <a:endParaRPr lang="en-US" sz="2400" dirty="0">
              <a:latin typeface="Times New Roman" pitchFamily="18" charset="0"/>
              <a:cs typeface="Times New Roman" pitchFamily="18" charset="0"/>
            </a:endParaRPr>
          </a:p>
        </p:txBody>
      </p:sp>
      <p:sp>
        <p:nvSpPr>
          <p:cNvPr id="21" name="Text Placeholder 68"/>
          <p:cNvSpPr txBox="1">
            <a:spLocks/>
          </p:cNvSpPr>
          <p:nvPr/>
        </p:nvSpPr>
        <p:spPr>
          <a:xfrm>
            <a:off x="359812" y="2817845"/>
            <a:ext cx="10350000" cy="3005333"/>
          </a:xfrm>
          <a:prstGeom prst="rect">
            <a:avLst/>
          </a:prstGeom>
          <a:noFill/>
          <a:ln w="15875">
            <a:solidFill>
              <a:schemeClr val="accent1">
                <a:shade val="50000"/>
              </a:schemeClr>
            </a:solidFill>
          </a:ln>
        </p:spPr>
        <p:txBody>
          <a:bodyPr>
            <a:noAutofit/>
          </a:bodyPr>
          <a:lstStyle>
            <a:defPPr>
              <a:defRPr lang="en-US"/>
            </a:defPPr>
            <a:lvl1pPr indent="0" defTabSz="2138324">
              <a:lnSpc>
                <a:spcPct val="90000"/>
              </a:lnSpc>
              <a:spcBef>
                <a:spcPts val="2339"/>
              </a:spcBef>
              <a:buFont typeface="Arial" panose="020B0604020202020204" pitchFamily="34" charset="0"/>
              <a:buNone/>
              <a:defRPr sz="2400"/>
            </a:lvl1pPr>
            <a:lvl2pPr marL="1603743" indent="-534581" defTabSz="2138324">
              <a:lnSpc>
                <a:spcPct val="90000"/>
              </a:lnSpc>
              <a:spcBef>
                <a:spcPts val="1169"/>
              </a:spcBef>
              <a:buFont typeface="Arial" panose="020B0604020202020204" pitchFamily="34" charset="0"/>
              <a:buChar char="•"/>
              <a:defRPr sz="5612"/>
            </a:lvl2pPr>
            <a:lvl3pPr marL="2672906" indent="-534581" defTabSz="2138324">
              <a:lnSpc>
                <a:spcPct val="90000"/>
              </a:lnSpc>
              <a:spcBef>
                <a:spcPts val="1169"/>
              </a:spcBef>
              <a:buFont typeface="Arial" panose="020B0604020202020204" pitchFamily="34" charset="0"/>
              <a:buChar char="•"/>
              <a:defRPr sz="4677"/>
            </a:lvl3pPr>
            <a:lvl4pPr marL="3742068" indent="-534581" defTabSz="2138324">
              <a:lnSpc>
                <a:spcPct val="90000"/>
              </a:lnSpc>
              <a:spcBef>
                <a:spcPts val="1169"/>
              </a:spcBef>
              <a:buFont typeface="Arial" panose="020B0604020202020204" pitchFamily="34" charset="0"/>
              <a:buChar char="•"/>
              <a:defRPr sz="4209"/>
            </a:lvl4pPr>
            <a:lvl5pPr marL="4811230" indent="-534581" defTabSz="2138324">
              <a:lnSpc>
                <a:spcPct val="90000"/>
              </a:lnSpc>
              <a:spcBef>
                <a:spcPts val="1169"/>
              </a:spcBef>
              <a:buFont typeface="Arial" panose="020B0604020202020204" pitchFamily="34" charset="0"/>
              <a:buChar char="•"/>
              <a:defRPr sz="4209"/>
            </a:lvl5pPr>
            <a:lvl6pPr marL="5880392" indent="-534581" defTabSz="2138324">
              <a:lnSpc>
                <a:spcPct val="90000"/>
              </a:lnSpc>
              <a:spcBef>
                <a:spcPts val="1169"/>
              </a:spcBef>
              <a:buFont typeface="Arial" panose="020B0604020202020204" pitchFamily="34" charset="0"/>
              <a:buChar char="•"/>
              <a:defRPr sz="4209"/>
            </a:lvl6pPr>
            <a:lvl7pPr marL="6949554" indent="-534581" defTabSz="2138324">
              <a:lnSpc>
                <a:spcPct val="90000"/>
              </a:lnSpc>
              <a:spcBef>
                <a:spcPts val="1169"/>
              </a:spcBef>
              <a:buFont typeface="Arial" panose="020B0604020202020204" pitchFamily="34" charset="0"/>
              <a:buChar char="•"/>
              <a:defRPr sz="4209"/>
            </a:lvl7pPr>
            <a:lvl8pPr marL="8018717" indent="-534581" defTabSz="2138324">
              <a:lnSpc>
                <a:spcPct val="90000"/>
              </a:lnSpc>
              <a:spcBef>
                <a:spcPts val="1169"/>
              </a:spcBef>
              <a:buFont typeface="Arial" panose="020B0604020202020204" pitchFamily="34" charset="0"/>
              <a:buChar char="•"/>
              <a:defRPr sz="4209"/>
            </a:lvl8pPr>
            <a:lvl9pPr marL="9087879" indent="-534581" defTabSz="2138324">
              <a:lnSpc>
                <a:spcPct val="90000"/>
              </a:lnSpc>
              <a:spcBef>
                <a:spcPts val="1169"/>
              </a:spcBef>
              <a:buFont typeface="Arial" panose="020B0604020202020204" pitchFamily="34" charset="0"/>
              <a:buChar char="•"/>
              <a:defRPr sz="4209"/>
            </a:lvl9pPr>
          </a:lstStyle>
          <a:p>
            <a:r>
              <a:rPr lang="en-US" dirty="0">
                <a:latin typeface="Times New Roman" panose="02020603050405020304" pitchFamily="18" charset="0"/>
                <a:cs typeface="Times New Roman" panose="02020603050405020304" pitchFamily="18" charset="0"/>
              </a:rPr>
              <a:t>An Elder Care Management System utilizing IoT for fall detection is a comprehensive solution designed to enhance the safety and well-being of elderly individuals. Leveraging Internet of Things (IoT) technology, this system employs sensors and data analytics to detect and respond to falls promptly. By continuously monitoring the movements and activities of the elderly person, it can identify potential falls in real-time, triggering immediate alerts to caregivers or emergency services. This proactive approach not only reduces response time but also provides peace of mind to both the elderly and their families. Additionally the system can offer valuable insights to the </a:t>
            </a:r>
            <a:r>
              <a:rPr lang="en-US" dirty="0" err="1">
                <a:latin typeface="Times New Roman" panose="02020603050405020304" pitchFamily="18" charset="0"/>
                <a:cs typeface="Times New Roman" panose="02020603050405020304" pitchFamily="18" charset="0"/>
              </a:rPr>
              <a:t>indivisuals</a:t>
            </a:r>
            <a:r>
              <a:rPr lang="en-US"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 </a:t>
            </a:r>
          </a:p>
        </p:txBody>
      </p:sp>
      <p:sp>
        <p:nvSpPr>
          <p:cNvPr id="22" name="Rectangle 21"/>
          <p:cNvSpPr/>
          <p:nvPr/>
        </p:nvSpPr>
        <p:spPr>
          <a:xfrm>
            <a:off x="323812" y="2295333"/>
            <a:ext cx="4858702" cy="646331"/>
          </a:xfrm>
          <a:prstGeom prst="rect">
            <a:avLst/>
          </a:prstGeom>
        </p:spPr>
        <p:txBody>
          <a:bodyPr wrap="square">
            <a:spAutoFit/>
          </a:bodyPr>
          <a:lstStyle/>
          <a:p>
            <a:pPr algn="ctr"/>
            <a:r>
              <a:rPr lang="en-US" sz="3600" dirty="0">
                <a:solidFill>
                  <a:schemeClr val="accent1"/>
                </a:solidFill>
                <a:latin typeface="Times New Roman" pitchFamily="18" charset="0"/>
                <a:cs typeface="Times New Roman" pitchFamily="18" charset="0"/>
              </a:rPr>
              <a:t>Motivation/ Introduction</a:t>
            </a:r>
          </a:p>
        </p:txBody>
      </p:sp>
      <p:sp>
        <p:nvSpPr>
          <p:cNvPr id="27" name="Text Placeholder 68"/>
          <p:cNvSpPr txBox="1">
            <a:spLocks/>
          </p:cNvSpPr>
          <p:nvPr/>
        </p:nvSpPr>
        <p:spPr>
          <a:xfrm>
            <a:off x="10703962" y="25334259"/>
            <a:ext cx="10295707" cy="1808181"/>
          </a:xfrm>
          <a:prstGeom prst="rect">
            <a:avLst/>
          </a:prstGeom>
          <a:noFill/>
          <a:ln w="15875">
            <a:solidFill>
              <a:schemeClr val="accent1">
                <a:shade val="50000"/>
              </a:schemeClr>
            </a:solidFill>
          </a:ln>
        </p:spPr>
        <p:txBody>
          <a:bodyPr>
            <a:noAutofit/>
          </a:bodyPr>
          <a:lstStyle>
            <a:defPPr>
              <a:defRPr lang="en-US"/>
            </a:defPPr>
            <a:lvl1pPr indent="0" defTabSz="2138324">
              <a:lnSpc>
                <a:spcPct val="90000"/>
              </a:lnSpc>
              <a:spcBef>
                <a:spcPts val="2339"/>
              </a:spcBef>
              <a:buFont typeface="Arial" panose="020B0604020202020204" pitchFamily="34" charset="0"/>
              <a:buNone/>
              <a:defRPr sz="2400"/>
            </a:lvl1pPr>
            <a:lvl2pPr marL="1603743" indent="-534581" defTabSz="2138324">
              <a:lnSpc>
                <a:spcPct val="90000"/>
              </a:lnSpc>
              <a:spcBef>
                <a:spcPts val="1169"/>
              </a:spcBef>
              <a:buFont typeface="Arial" panose="020B0604020202020204" pitchFamily="34" charset="0"/>
              <a:buChar char="•"/>
              <a:defRPr sz="5612"/>
            </a:lvl2pPr>
            <a:lvl3pPr marL="2672906" indent="-534581" defTabSz="2138324">
              <a:lnSpc>
                <a:spcPct val="90000"/>
              </a:lnSpc>
              <a:spcBef>
                <a:spcPts val="1169"/>
              </a:spcBef>
              <a:buFont typeface="Arial" panose="020B0604020202020204" pitchFamily="34" charset="0"/>
              <a:buChar char="•"/>
              <a:defRPr sz="4677"/>
            </a:lvl3pPr>
            <a:lvl4pPr marL="3742068" indent="-534581" defTabSz="2138324">
              <a:lnSpc>
                <a:spcPct val="90000"/>
              </a:lnSpc>
              <a:spcBef>
                <a:spcPts val="1169"/>
              </a:spcBef>
              <a:buFont typeface="Arial" panose="020B0604020202020204" pitchFamily="34" charset="0"/>
              <a:buChar char="•"/>
              <a:defRPr sz="4209"/>
            </a:lvl4pPr>
            <a:lvl5pPr marL="4811230" indent="-534581" defTabSz="2138324">
              <a:lnSpc>
                <a:spcPct val="90000"/>
              </a:lnSpc>
              <a:spcBef>
                <a:spcPts val="1169"/>
              </a:spcBef>
              <a:buFont typeface="Arial" panose="020B0604020202020204" pitchFamily="34" charset="0"/>
              <a:buChar char="•"/>
              <a:defRPr sz="4209"/>
            </a:lvl5pPr>
            <a:lvl6pPr marL="5880392" indent="-534581" defTabSz="2138324">
              <a:lnSpc>
                <a:spcPct val="90000"/>
              </a:lnSpc>
              <a:spcBef>
                <a:spcPts val="1169"/>
              </a:spcBef>
              <a:buFont typeface="Arial" panose="020B0604020202020204" pitchFamily="34" charset="0"/>
              <a:buChar char="•"/>
              <a:defRPr sz="4209"/>
            </a:lvl6pPr>
            <a:lvl7pPr marL="6949554" indent="-534581" defTabSz="2138324">
              <a:lnSpc>
                <a:spcPct val="90000"/>
              </a:lnSpc>
              <a:spcBef>
                <a:spcPts val="1169"/>
              </a:spcBef>
              <a:buFont typeface="Arial" panose="020B0604020202020204" pitchFamily="34" charset="0"/>
              <a:buChar char="•"/>
              <a:defRPr sz="4209"/>
            </a:lvl7pPr>
            <a:lvl8pPr marL="8018717" indent="-534581" defTabSz="2138324">
              <a:lnSpc>
                <a:spcPct val="90000"/>
              </a:lnSpc>
              <a:spcBef>
                <a:spcPts val="1169"/>
              </a:spcBef>
              <a:buFont typeface="Arial" panose="020B0604020202020204" pitchFamily="34" charset="0"/>
              <a:buChar char="•"/>
              <a:defRPr sz="4209"/>
            </a:lvl8pPr>
            <a:lvl9pPr marL="9087879" indent="-534581" defTabSz="2138324">
              <a:lnSpc>
                <a:spcPct val="90000"/>
              </a:lnSpc>
              <a:spcBef>
                <a:spcPts val="1169"/>
              </a:spcBef>
              <a:buFont typeface="Arial" panose="020B0604020202020204" pitchFamily="34" charset="0"/>
              <a:buChar char="•"/>
              <a:defRPr sz="4209"/>
            </a:lvl9pPr>
          </a:lstStyle>
          <a:p>
            <a:r>
              <a:rPr lang="en-US" altLang="en-US" dirty="0" smtClean="0">
                <a:latin typeface="Times New Roman" pitchFamily="18" charset="0"/>
                <a:cs typeface="Times New Roman" pitchFamily="18" charset="0"/>
              </a:rPr>
              <a:t>T</a:t>
            </a:r>
            <a:r>
              <a:rPr lang="en-US" altLang="en-US" dirty="0" smtClean="0">
                <a:latin typeface="Times New Roman" pitchFamily="18" charset="0"/>
                <a:cs typeface="Times New Roman" pitchFamily="18" charset="0"/>
              </a:rPr>
              <a:t>he </a:t>
            </a:r>
            <a:r>
              <a:rPr lang="en-US" altLang="en-US" dirty="0">
                <a:latin typeface="Times New Roman" pitchFamily="18" charset="0"/>
                <a:cs typeface="Times New Roman" pitchFamily="18" charset="0"/>
              </a:rPr>
              <a:t>diagram depicts an automated </a:t>
            </a:r>
            <a:r>
              <a:rPr lang="en-US" altLang="en-US" dirty="0" smtClean="0">
                <a:latin typeface="Times New Roman" pitchFamily="18" charset="0"/>
                <a:cs typeface="Times New Roman" pitchFamily="18" charset="0"/>
              </a:rPr>
              <a:t>Fall detection  </a:t>
            </a:r>
            <a:r>
              <a:rPr lang="en-US" altLang="en-US" dirty="0">
                <a:latin typeface="Times New Roman" pitchFamily="18" charset="0"/>
                <a:cs typeface="Times New Roman" pitchFamily="18" charset="0"/>
              </a:rPr>
              <a:t>system. The </a:t>
            </a:r>
            <a:r>
              <a:rPr lang="en-US" altLang="en-US" dirty="0" smtClean="0">
                <a:latin typeface="Times New Roman" pitchFamily="18" charset="0"/>
                <a:cs typeface="Times New Roman" pitchFamily="18" charset="0"/>
              </a:rPr>
              <a:t>ESP8266  </a:t>
            </a:r>
            <a:r>
              <a:rPr lang="en-US" altLang="en-US" dirty="0">
                <a:latin typeface="Times New Roman" pitchFamily="18" charset="0"/>
                <a:cs typeface="Times New Roman" pitchFamily="18" charset="0"/>
              </a:rPr>
              <a:t>board acts as the data collector, transmitting sensor data (e.g., </a:t>
            </a:r>
            <a:r>
              <a:rPr lang="en-US" altLang="en-US" dirty="0" smtClean="0">
                <a:latin typeface="Times New Roman" pitchFamily="18" charset="0"/>
                <a:cs typeface="Times New Roman" pitchFamily="18" charset="0"/>
              </a:rPr>
              <a:t>accelerometer) to </a:t>
            </a:r>
            <a:r>
              <a:rPr lang="en-US" altLang="en-US" dirty="0">
                <a:latin typeface="Times New Roman" pitchFamily="18" charset="0"/>
                <a:cs typeface="Times New Roman" pitchFamily="18" charset="0"/>
              </a:rPr>
              <a:t>a server for analysis. This analysis can then trigger actions, such as sending alerts or SMS messages, utilizing the optional GSM module</a:t>
            </a:r>
            <a:r>
              <a:rPr lang="en-US" altLang="en-US" dirty="0" smtClean="0">
                <a:latin typeface="Times New Roman" pitchFamily="18" charset="0"/>
                <a:cs typeface="Times New Roman" pitchFamily="18" charset="0"/>
              </a:rPr>
              <a:t>.</a:t>
            </a:r>
            <a:endParaRPr lang="en-US" altLang="en-US" dirty="0">
              <a:latin typeface="Times New Roman" pitchFamily="18" charset="0"/>
              <a:cs typeface="Times New Roman" pitchFamily="18" charset="0"/>
            </a:endParaRPr>
          </a:p>
          <a:p>
            <a:endParaRPr lang="en-US" altLang="en-US" dirty="0">
              <a:latin typeface="Times New Roman" pitchFamily="18" charset="0"/>
              <a:cs typeface="Times New Roman" pitchFamily="18" charset="0"/>
            </a:endParaRPr>
          </a:p>
        </p:txBody>
      </p:sp>
      <p:sp>
        <p:nvSpPr>
          <p:cNvPr id="29" name="Rectangle 28"/>
          <p:cNvSpPr/>
          <p:nvPr/>
        </p:nvSpPr>
        <p:spPr>
          <a:xfrm>
            <a:off x="10755485" y="24537074"/>
            <a:ext cx="2287806" cy="646331"/>
          </a:xfrm>
          <a:prstGeom prst="rect">
            <a:avLst/>
          </a:prstGeom>
        </p:spPr>
        <p:txBody>
          <a:bodyPr wrap="none">
            <a:spAutoFit/>
          </a:bodyPr>
          <a:lstStyle/>
          <a:p>
            <a:pPr algn="ctr"/>
            <a:r>
              <a:rPr lang="en-US" sz="3600" dirty="0">
                <a:solidFill>
                  <a:schemeClr val="accent1"/>
                </a:solidFill>
                <a:latin typeface="Times New Roman" pitchFamily="18" charset="0"/>
                <a:cs typeface="Times New Roman" pitchFamily="18" charset="0"/>
              </a:rPr>
              <a:t>Conclusion</a:t>
            </a:r>
          </a:p>
        </p:txBody>
      </p:sp>
      <p:sp>
        <p:nvSpPr>
          <p:cNvPr id="30" name="Rectangle 29"/>
          <p:cNvSpPr/>
          <p:nvPr/>
        </p:nvSpPr>
        <p:spPr>
          <a:xfrm>
            <a:off x="10752222" y="27187263"/>
            <a:ext cx="10154652" cy="2123658"/>
          </a:xfrm>
          <a:prstGeom prst="rect">
            <a:avLst/>
          </a:prstGeom>
        </p:spPr>
        <p:txBody>
          <a:bodyPr wrap="square">
            <a:spAutoFit/>
          </a:bodyPr>
          <a:lstStyle/>
          <a:p>
            <a:r>
              <a:rPr lang="en-US" sz="3600" dirty="0">
                <a:latin typeface="Times New Roman" pitchFamily="18" charset="0"/>
                <a:cs typeface="Times New Roman" pitchFamily="18" charset="0"/>
              </a:rPr>
              <a:t>Contact Details:</a:t>
            </a:r>
          </a:p>
          <a:p>
            <a:r>
              <a:rPr lang="en-US" sz="2400" dirty="0" smtClean="0">
                <a:latin typeface="Times New Roman" pitchFamily="18" charset="0"/>
                <a:cs typeface="Times New Roman" pitchFamily="18" charset="0"/>
                <a:hlinkClick r:id="rId2"/>
              </a:rPr>
              <a:t>s</a:t>
            </a:r>
            <a:r>
              <a:rPr lang="en-US" sz="2400" dirty="0" smtClean="0">
                <a:latin typeface="Times New Roman" pitchFamily="18" charset="0"/>
                <a:cs typeface="Times New Roman" pitchFamily="18" charset="0"/>
                <a:hlinkClick r:id="rId2"/>
              </a:rPr>
              <a:t>anjay.s@btech.christuniversity.in</a:t>
            </a:r>
            <a:endParaRPr lang="en-US" sz="2400" dirty="0">
              <a:latin typeface="Times New Roman" pitchFamily="18" charset="0"/>
              <a:cs typeface="Times New Roman" pitchFamily="18" charset="0"/>
            </a:endParaRPr>
          </a:p>
          <a:p>
            <a:r>
              <a:rPr lang="en-US" sz="2400" dirty="0" smtClean="0">
                <a:latin typeface="Times New Roman" pitchFamily="18" charset="0"/>
                <a:cs typeface="Times New Roman" pitchFamily="18" charset="0"/>
                <a:hlinkClick r:id="rId3"/>
              </a:rPr>
              <a:t>kushal.gowda@btech.christuniversity.in</a:t>
            </a:r>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hlinkClick r:id="rId2"/>
              </a:rPr>
              <a:t>g.rajesh@btech.christuniversity.in</a:t>
            </a:r>
            <a:endParaRPr lang="en-US" sz="2400" dirty="0" smtClean="0">
              <a:latin typeface="Times New Roman" pitchFamily="18" charset="0"/>
              <a:cs typeface="Times New Roman" pitchFamily="18" charset="0"/>
            </a:endParaRPr>
          </a:p>
          <a:p>
            <a:r>
              <a:rPr lang="en-US" sz="2400" smtClean="0">
                <a:latin typeface="Times New Roman" pitchFamily="18" charset="0"/>
                <a:cs typeface="Times New Roman" pitchFamily="18" charset="0"/>
                <a:hlinkClick r:id="rId4"/>
              </a:rPr>
              <a:t>n</a:t>
            </a:r>
            <a:r>
              <a:rPr lang="en-US" sz="2400" smtClean="0">
                <a:latin typeface="Times New Roman" pitchFamily="18" charset="0"/>
                <a:cs typeface="Times New Roman" pitchFamily="18" charset="0"/>
                <a:hlinkClick r:id="rId4"/>
              </a:rPr>
              <a:t>elluru.uma@btech.christuniversity.in</a:t>
            </a:r>
            <a:endParaRPr lang="en-US" sz="2400" dirty="0" smtClean="0">
              <a:latin typeface="Times New Roman" pitchFamily="18" charset="0"/>
              <a:cs typeface="Times New Roman" pitchFamily="18" charset="0"/>
            </a:endParaRPr>
          </a:p>
        </p:txBody>
      </p:sp>
      <p:sp>
        <p:nvSpPr>
          <p:cNvPr id="65" name="TextBox 64"/>
          <p:cNvSpPr txBox="1"/>
          <p:nvPr/>
        </p:nvSpPr>
        <p:spPr>
          <a:xfrm>
            <a:off x="10902941" y="11991033"/>
            <a:ext cx="9823938" cy="13660984"/>
          </a:xfrm>
          <a:prstGeom prst="rect">
            <a:avLst/>
          </a:prstGeom>
          <a:noFill/>
        </p:spPr>
        <p:txBody>
          <a:bodyPr wrap="square" rtlCol="0">
            <a:spAutoFit/>
          </a:bodyPr>
          <a:lstStyle/>
          <a:p>
            <a:r>
              <a:rPr lang="en-US" dirty="0">
                <a:solidFill>
                  <a:schemeClr val="accent1"/>
                </a:solidFill>
                <a:latin typeface="Times New Roman" pitchFamily="18" charset="0"/>
                <a:cs typeface="Times New Roman" pitchFamily="18" charset="0"/>
              </a:rPr>
              <a:t>Results:</a:t>
            </a:r>
          </a:p>
          <a:p>
            <a:r>
              <a:rPr lang="en-US" sz="2400" dirty="0">
                <a:latin typeface="Times New Roman" pitchFamily="18" charset="0"/>
                <a:cs typeface="Times New Roman" pitchFamily="18" charset="0"/>
              </a:rPr>
              <a:t>Expected outcomes:</a:t>
            </a:r>
          </a:p>
          <a:p>
            <a:pPr marL="457200" indent="-457200">
              <a:buAutoNum type="arabicPeriod"/>
            </a:pPr>
            <a:r>
              <a:rPr lang="en-US" sz="2400" b="1" dirty="0" smtClean="0"/>
              <a:t>Increased </a:t>
            </a:r>
            <a:r>
              <a:rPr lang="en-US" sz="2400" b="1" dirty="0" smtClean="0"/>
              <a:t>Safety and Security:</a:t>
            </a:r>
            <a:r>
              <a:rPr lang="en-US" sz="2400" dirty="0" smtClean="0"/>
              <a:t> If a fall does occur, the system can promptly send an SMS alert to designated guardians, allowing them </a:t>
            </a:r>
            <a:r>
              <a:rPr lang="en-US" sz="2400" dirty="0" smtClean="0"/>
              <a:t>to respond </a:t>
            </a:r>
            <a:r>
              <a:rPr lang="en-US" sz="2400" dirty="0" smtClean="0"/>
              <a:t>quickly and potentially minimize the consequences of the fall</a:t>
            </a:r>
            <a:r>
              <a:rPr lang="en-US" sz="2400" dirty="0" smtClean="0"/>
              <a:t>.</a:t>
            </a:r>
          </a:p>
          <a:p>
            <a:pPr marL="457200" indent="-457200">
              <a:buAutoNum type="arabicPeriod"/>
            </a:pPr>
            <a:endParaRPr lang="en-US" sz="2400" dirty="0">
              <a:latin typeface="Times New Roman" pitchFamily="18" charset="0"/>
              <a:cs typeface="Times New Roman" pitchFamily="18" charset="0"/>
            </a:endParaRPr>
          </a:p>
          <a:p>
            <a:r>
              <a:rPr lang="en-US" sz="2400" dirty="0" smtClean="0">
                <a:latin typeface="Times New Roman" pitchFamily="18" charset="0"/>
                <a:cs typeface="Times New Roman" pitchFamily="18" charset="0"/>
              </a:rPr>
              <a:t>2. </a:t>
            </a:r>
            <a:r>
              <a:rPr lang="en-US" sz="2400" b="1" dirty="0" smtClean="0"/>
              <a:t>Improved </a:t>
            </a:r>
            <a:r>
              <a:rPr lang="en-US" sz="2400" b="1" dirty="0" smtClean="0"/>
              <a:t>Peace of Mind:</a:t>
            </a:r>
            <a:r>
              <a:rPr lang="en-US" sz="2400" dirty="0" smtClean="0"/>
              <a:t> Both the elders and their caregivers may </a:t>
            </a:r>
            <a:r>
              <a:rPr lang="en-US" sz="2400" dirty="0" smtClean="0"/>
              <a:t>    experience </a:t>
            </a:r>
            <a:r>
              <a:rPr lang="en-US" sz="2400" dirty="0" smtClean="0"/>
              <a:t>greater peace of mind knowing that the system is in place to </a:t>
            </a:r>
            <a:r>
              <a:rPr lang="en-US" sz="2400" dirty="0" smtClean="0"/>
              <a:t>  provide </a:t>
            </a:r>
            <a:r>
              <a:rPr lang="en-US" sz="2400" dirty="0" smtClean="0"/>
              <a:t>assistance in case of a fall. This can reduce anxiety and worry, </a:t>
            </a:r>
            <a:r>
              <a:rPr lang="en-US" sz="2400" dirty="0" smtClean="0"/>
              <a:t>   especially </a:t>
            </a:r>
            <a:r>
              <a:rPr lang="en-US" sz="2400" dirty="0" smtClean="0"/>
              <a:t>for caregivers who may not be able to be present with the elder all </a:t>
            </a:r>
            <a:r>
              <a:rPr lang="en-US" sz="2400" dirty="0" smtClean="0"/>
              <a:t> the </a:t>
            </a:r>
            <a:r>
              <a:rPr lang="en-US" sz="2400" dirty="0" smtClean="0"/>
              <a:t>time.</a:t>
            </a:r>
          </a:p>
          <a:p>
            <a:pPr>
              <a:buNone/>
            </a:pPr>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3. </a:t>
            </a:r>
            <a:r>
              <a:rPr lang="en-US" sz="2400" b="1" dirty="0" smtClean="0"/>
              <a:t>Potential for Early Intervention:</a:t>
            </a:r>
            <a:r>
              <a:rPr lang="en-US" sz="2400" dirty="0" smtClean="0"/>
              <a:t> Timely notification of a fall allows for  </a:t>
            </a:r>
            <a:r>
              <a:rPr lang="en-US" sz="2400" dirty="0" smtClean="0"/>
              <a:t>   faster </a:t>
            </a:r>
            <a:r>
              <a:rPr lang="en-US" sz="2400" dirty="0" smtClean="0"/>
              <a:t>medical attention, which can significantly improve the chances of a full recovery and reduce the risk of complications, especially for falls with potential </a:t>
            </a:r>
            <a:r>
              <a:rPr lang="en-US" sz="2400" dirty="0" smtClean="0"/>
              <a:t>injuries.</a:t>
            </a:r>
          </a:p>
          <a:p>
            <a:pPr>
              <a:buNone/>
            </a:pPr>
            <a:endParaRPr lang="en-US" sz="2400" dirty="0" smtClean="0">
              <a:latin typeface="Times New Roman" pitchFamily="18" charset="0"/>
              <a:cs typeface="Times New Roman" pitchFamily="18" charset="0"/>
            </a:endParaRPr>
          </a:p>
          <a:p>
            <a:endParaRPr lang="en-US" sz="2400" b="1" dirty="0">
              <a:latin typeface="Times New Roman" pitchFamily="18" charset="0"/>
              <a:cs typeface="Times New Roman" pitchFamily="18" charset="0"/>
            </a:endParaRPr>
          </a:p>
          <a:p>
            <a:endParaRPr lang="en-US" sz="2400" b="1" dirty="0">
              <a:latin typeface="Times New Roman" pitchFamily="18" charset="0"/>
              <a:cs typeface="Times New Roman" pitchFamily="18" charset="0"/>
            </a:endParaRPr>
          </a:p>
          <a:p>
            <a:endParaRPr lang="en-US" sz="2400" b="1" dirty="0">
              <a:latin typeface="Times New Roman" pitchFamily="18" charset="0"/>
              <a:cs typeface="Times New Roman" pitchFamily="18" charset="0"/>
            </a:endParaRPr>
          </a:p>
          <a:p>
            <a:endParaRPr lang="en-US" sz="2400" b="1" dirty="0">
              <a:latin typeface="Times New Roman" pitchFamily="18" charset="0"/>
              <a:cs typeface="Times New Roman" pitchFamily="18" charset="0"/>
            </a:endParaRPr>
          </a:p>
          <a:p>
            <a:endParaRPr lang="en-US" sz="2400" b="1" dirty="0" smtClean="0">
              <a:latin typeface="Times New Roman" pitchFamily="18" charset="0"/>
              <a:cs typeface="Times New Roman" pitchFamily="18" charset="0"/>
            </a:endParaRPr>
          </a:p>
          <a:p>
            <a:endParaRPr lang="en-US" sz="2400" b="1" dirty="0" smtClean="0">
              <a:latin typeface="Times New Roman" pitchFamily="18" charset="0"/>
              <a:cs typeface="Times New Roman" pitchFamily="18" charset="0"/>
            </a:endParaRPr>
          </a:p>
          <a:p>
            <a:endParaRPr lang="en-US" sz="2400" b="1" dirty="0" smtClean="0">
              <a:latin typeface="Times New Roman" pitchFamily="18" charset="0"/>
              <a:cs typeface="Times New Roman" pitchFamily="18" charset="0"/>
            </a:endParaRPr>
          </a:p>
          <a:p>
            <a:endParaRPr lang="en-US" sz="2400" b="1" dirty="0" smtClean="0">
              <a:latin typeface="Times New Roman" pitchFamily="18" charset="0"/>
              <a:cs typeface="Times New Roman" pitchFamily="18" charset="0"/>
            </a:endParaRPr>
          </a:p>
          <a:p>
            <a:endParaRPr lang="en-US" sz="2400" b="1" dirty="0">
              <a:latin typeface="Times New Roman" pitchFamily="18" charset="0"/>
              <a:cs typeface="Times New Roman" pitchFamily="18" charset="0"/>
            </a:endParaRPr>
          </a:p>
          <a:p>
            <a:endParaRPr lang="en-US" sz="2400" b="1" dirty="0">
              <a:latin typeface="Times New Roman" pitchFamily="18" charset="0"/>
              <a:cs typeface="Times New Roman" pitchFamily="18" charset="0"/>
            </a:endParaRPr>
          </a:p>
          <a:p>
            <a:r>
              <a:rPr lang="en-US" sz="2400" b="1" dirty="0">
                <a:latin typeface="Times New Roman" pitchFamily="18" charset="0"/>
                <a:cs typeface="Times New Roman" pitchFamily="18" charset="0"/>
              </a:rPr>
              <a:t>Fig </a:t>
            </a:r>
            <a:r>
              <a:rPr lang="en-US" sz="2400" b="1" dirty="0" smtClean="0">
                <a:latin typeface="Times New Roman" pitchFamily="18" charset="0"/>
                <a:cs typeface="Times New Roman" pitchFamily="18" charset="0"/>
              </a:rPr>
              <a:t>4. </a:t>
            </a:r>
            <a:r>
              <a:rPr lang="en-US" sz="2400" b="1" dirty="0">
                <a:latin typeface="Times New Roman" pitchFamily="18" charset="0"/>
                <a:cs typeface="Times New Roman" pitchFamily="18" charset="0"/>
              </a:rPr>
              <a:t>Implementation </a:t>
            </a:r>
          </a:p>
          <a:p>
            <a:r>
              <a:rPr lang="en-US" sz="2400" dirty="0">
                <a:latin typeface="Times New Roman" pitchFamily="18" charset="0"/>
                <a:cs typeface="Times New Roman" pitchFamily="18" charset="0"/>
              </a:rPr>
              <a:t>The figure above shows the implementation, with the </a:t>
            </a:r>
            <a:r>
              <a:rPr lang="en-US" sz="2400" dirty="0" err="1">
                <a:latin typeface="Times New Roman" pitchFamily="18" charset="0"/>
                <a:cs typeface="Times New Roman" pitchFamily="18" charset="0"/>
              </a:rPr>
              <a:t>snesors</a:t>
            </a:r>
            <a:r>
              <a:rPr lang="en-US" sz="2400" dirty="0">
                <a:latin typeface="Times New Roman" pitchFamily="18" charset="0"/>
                <a:cs typeface="Times New Roman" pitchFamily="18" charset="0"/>
              </a:rPr>
              <a:t> and other hardware components mounted on the dustbin</a:t>
            </a:r>
          </a:p>
          <a:p>
            <a:endParaRPr lang="en-US" sz="2400" b="1" dirty="0">
              <a:latin typeface="Times New Roman" pitchFamily="18" charset="0"/>
              <a:cs typeface="Times New Roman" pitchFamily="18" charset="0"/>
            </a:endParaRPr>
          </a:p>
          <a:p>
            <a:endParaRPr lang="en-US" sz="2400" b="1"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endParaRPr lang="en-AU" sz="2400" dirty="0">
              <a:latin typeface="Times New Roman" pitchFamily="18" charset="0"/>
              <a:cs typeface="Times New Roman" pitchFamily="18" charset="0"/>
            </a:endParaRPr>
          </a:p>
          <a:p>
            <a:pPr>
              <a:buNone/>
            </a:pPr>
            <a:endParaRPr lang="en-US" sz="2400" dirty="0">
              <a:latin typeface="Times New Roman" pitchFamily="18" charset="0"/>
              <a:cs typeface="Times New Roman" pitchFamily="18" charset="0"/>
            </a:endParaRPr>
          </a:p>
        </p:txBody>
      </p:sp>
      <p:pic>
        <p:nvPicPr>
          <p:cNvPr id="1027" name="Picture 3"/>
          <p:cNvPicPr>
            <a:picLocks noChangeAspect="1" noChangeArrowheads="1"/>
          </p:cNvPicPr>
          <p:nvPr/>
        </p:nvPicPr>
        <p:blipFill>
          <a:blip r:embed="rId5"/>
          <a:srcRect/>
          <a:stretch>
            <a:fillRect/>
          </a:stretch>
        </p:blipFill>
        <p:spPr bwMode="auto">
          <a:xfrm>
            <a:off x="666165" y="20751281"/>
            <a:ext cx="8533819" cy="4870579"/>
          </a:xfrm>
          <a:prstGeom prst="rect">
            <a:avLst/>
          </a:prstGeom>
          <a:noFill/>
          <a:ln w="9525">
            <a:noFill/>
            <a:miter lim="800000"/>
            <a:headEnd/>
            <a:tailEnd/>
          </a:ln>
          <a:effectLst/>
        </p:spPr>
      </p:pic>
      <p:pic>
        <p:nvPicPr>
          <p:cNvPr id="26" name="Picture 4"/>
          <p:cNvPicPr>
            <a:picLocks noChangeAspect="1" noChangeArrowheads="1"/>
          </p:cNvPicPr>
          <p:nvPr/>
        </p:nvPicPr>
        <p:blipFill>
          <a:blip r:embed="rId6"/>
          <a:srcRect/>
          <a:stretch>
            <a:fillRect/>
          </a:stretch>
        </p:blipFill>
        <p:spPr bwMode="auto">
          <a:xfrm>
            <a:off x="11327363" y="3180184"/>
            <a:ext cx="7647991" cy="5086738"/>
          </a:xfrm>
          <a:prstGeom prst="rect">
            <a:avLst/>
          </a:prstGeom>
          <a:noFill/>
          <a:ln w="9525">
            <a:noFill/>
            <a:miter lim="800000"/>
            <a:headEnd/>
            <a:tailEnd/>
          </a:ln>
          <a:effectLst/>
        </p:spPr>
      </p:pic>
      <p:sp>
        <p:nvSpPr>
          <p:cNvPr id="32" name="TextBox 31"/>
          <p:cNvSpPr txBox="1"/>
          <p:nvPr/>
        </p:nvSpPr>
        <p:spPr>
          <a:xfrm>
            <a:off x="10712754" y="2799183"/>
            <a:ext cx="10316308" cy="14988719"/>
          </a:xfrm>
          <a:prstGeom prst="rect">
            <a:avLst/>
          </a:prstGeom>
          <a:noFill/>
        </p:spPr>
        <p:txBody>
          <a:bodyPr wrap="square" rtlCol="0">
            <a:spAutoFit/>
          </a:bodyPr>
          <a:lstStyle/>
          <a:p>
            <a:endParaRPr lang="en-AU" sz="2400" b="1" dirty="0">
              <a:latin typeface="Times New Roman" pitchFamily="18" charset="0"/>
              <a:cs typeface="Times New Roman" pitchFamily="18" charset="0"/>
            </a:endParaRPr>
          </a:p>
          <a:p>
            <a:endParaRPr lang="en-AU" sz="2400" b="1" dirty="0">
              <a:latin typeface="Times New Roman" pitchFamily="18" charset="0"/>
              <a:cs typeface="Times New Roman" pitchFamily="18" charset="0"/>
            </a:endParaRPr>
          </a:p>
          <a:p>
            <a:endParaRPr lang="en-AU" sz="2400" b="1" dirty="0">
              <a:latin typeface="Times New Roman" pitchFamily="18" charset="0"/>
              <a:cs typeface="Times New Roman" pitchFamily="18" charset="0"/>
            </a:endParaRPr>
          </a:p>
          <a:p>
            <a:endParaRPr lang="en-AU" sz="2400" b="1" dirty="0">
              <a:latin typeface="Times New Roman" pitchFamily="18" charset="0"/>
              <a:cs typeface="Times New Roman" pitchFamily="18" charset="0"/>
            </a:endParaRPr>
          </a:p>
          <a:p>
            <a:endParaRPr lang="en-AU" sz="2400" b="1" dirty="0">
              <a:latin typeface="Times New Roman" pitchFamily="18" charset="0"/>
              <a:cs typeface="Times New Roman" pitchFamily="18" charset="0"/>
            </a:endParaRPr>
          </a:p>
          <a:p>
            <a:endParaRPr lang="en-AU" sz="2400" b="1" dirty="0">
              <a:latin typeface="Times New Roman" pitchFamily="18" charset="0"/>
              <a:cs typeface="Times New Roman" pitchFamily="18" charset="0"/>
            </a:endParaRPr>
          </a:p>
          <a:p>
            <a:endParaRPr lang="en-AU" sz="2400" b="1" dirty="0">
              <a:latin typeface="Times New Roman" pitchFamily="18" charset="0"/>
              <a:cs typeface="Times New Roman" pitchFamily="18" charset="0"/>
            </a:endParaRPr>
          </a:p>
          <a:p>
            <a:endParaRPr lang="en-AU" sz="2400" b="1" dirty="0">
              <a:latin typeface="Times New Roman" pitchFamily="18" charset="0"/>
              <a:cs typeface="Times New Roman" pitchFamily="18" charset="0"/>
            </a:endParaRPr>
          </a:p>
          <a:p>
            <a:endParaRPr lang="en-AU" sz="2400" b="1" dirty="0">
              <a:latin typeface="Times New Roman" pitchFamily="18" charset="0"/>
              <a:cs typeface="Times New Roman" pitchFamily="18" charset="0"/>
            </a:endParaRPr>
          </a:p>
          <a:p>
            <a:endParaRPr lang="en-AU" sz="2400" b="1" dirty="0">
              <a:latin typeface="Times New Roman" pitchFamily="18" charset="0"/>
              <a:cs typeface="Times New Roman" pitchFamily="18" charset="0"/>
            </a:endParaRPr>
          </a:p>
          <a:p>
            <a:endParaRPr lang="en-AU" sz="2400" b="1" dirty="0">
              <a:latin typeface="Times New Roman" pitchFamily="18" charset="0"/>
              <a:cs typeface="Times New Roman" pitchFamily="18" charset="0"/>
            </a:endParaRPr>
          </a:p>
          <a:p>
            <a:endParaRPr lang="en-AU" sz="2400" b="1" dirty="0">
              <a:latin typeface="Times New Roman" pitchFamily="18" charset="0"/>
              <a:cs typeface="Times New Roman" pitchFamily="18" charset="0"/>
            </a:endParaRPr>
          </a:p>
          <a:p>
            <a:r>
              <a:rPr lang="en-AU" sz="2400" dirty="0">
                <a:latin typeface="Times New Roman" pitchFamily="18" charset="0"/>
                <a:cs typeface="Times New Roman" pitchFamily="18" charset="0"/>
              </a:rPr>
              <a:t> </a:t>
            </a:r>
            <a:endParaRPr lang="en-US" sz="2400" dirty="0">
              <a:latin typeface="Times New Roman" pitchFamily="18" charset="0"/>
              <a:cs typeface="Times New Roman" pitchFamily="18" charset="0"/>
            </a:endParaRPr>
          </a:p>
          <a:p>
            <a:endParaRPr lang="en-US" sz="2400" b="1" dirty="0">
              <a:latin typeface="Times New Roman" pitchFamily="18" charset="0"/>
              <a:cs typeface="Times New Roman" pitchFamily="18" charset="0"/>
            </a:endParaRPr>
          </a:p>
          <a:p>
            <a:endParaRPr lang="en-US" sz="2400" b="1" dirty="0">
              <a:latin typeface="Times New Roman" pitchFamily="18" charset="0"/>
              <a:cs typeface="Times New Roman" pitchFamily="18" charset="0"/>
            </a:endParaRPr>
          </a:p>
          <a:p>
            <a:r>
              <a:rPr lang="en-US" sz="2400" b="1" dirty="0">
                <a:latin typeface="Times New Roman" pitchFamily="18" charset="0"/>
                <a:cs typeface="Times New Roman" pitchFamily="18" charset="0"/>
              </a:rPr>
              <a:t>Fig 3. work flow of </a:t>
            </a:r>
            <a:r>
              <a:rPr lang="en-US" sz="2400" b="1" dirty="0" smtClean="0">
                <a:latin typeface="Times New Roman" pitchFamily="18" charset="0"/>
                <a:cs typeface="Times New Roman" pitchFamily="18" charset="0"/>
              </a:rPr>
              <a:t>Fall Detection </a:t>
            </a:r>
            <a:endParaRPr lang="en-AU" sz="2400" dirty="0">
              <a:latin typeface="Times New Roman" pitchFamily="18" charset="0"/>
              <a:cs typeface="Times New Roman" pitchFamily="18" charset="0"/>
            </a:endParaRPr>
          </a:p>
          <a:p>
            <a:r>
              <a:rPr lang="en-US" sz="1600" b="1" dirty="0" smtClean="0"/>
              <a:t>1. Start:</a:t>
            </a:r>
            <a:r>
              <a:rPr lang="en-US" sz="1600" dirty="0" smtClean="0"/>
              <a:t> The process begins here.</a:t>
            </a:r>
          </a:p>
          <a:p>
            <a:r>
              <a:rPr lang="en-US" sz="1600" b="1" dirty="0" smtClean="0"/>
              <a:t>2. Trigger Buzzer:</a:t>
            </a:r>
            <a:r>
              <a:rPr lang="en-US" sz="1600" dirty="0" smtClean="0"/>
              <a:t> This step initiates the buzzer, likely to indicate the system is starting or ready. It might also serve as a placeholder for other initialization steps not shown in this flowchart.</a:t>
            </a:r>
          </a:p>
          <a:p>
            <a:r>
              <a:rPr lang="en-US" sz="1600" b="1" dirty="0" smtClean="0"/>
              <a:t>3. Linear Accelerator Sensor Triggered:</a:t>
            </a:r>
            <a:r>
              <a:rPr lang="en-US" sz="1600" dirty="0" smtClean="0"/>
              <a:t> The flowchart checks if the linear acceleration sensor (likely the ADXL345) has been triggered, which could indicate a fall.</a:t>
            </a:r>
          </a:p>
          <a:p>
            <a:r>
              <a:rPr lang="en-US" sz="1600" b="1" dirty="0" smtClean="0"/>
              <a:t>4. TRUE:</a:t>
            </a:r>
            <a:r>
              <a:rPr lang="en-US" sz="1600" dirty="0" smtClean="0"/>
              <a:t> If the sensor is triggered, proceed to the next step.</a:t>
            </a:r>
          </a:p>
          <a:p>
            <a:r>
              <a:rPr lang="en-US" sz="1600" b="1" dirty="0" smtClean="0"/>
              <a:t>5. FALSE:</a:t>
            </a:r>
            <a:r>
              <a:rPr lang="en-US" sz="1600" dirty="0" smtClean="0"/>
              <a:t> If the sensor is not triggered, the process ends here, likely because the event wasn't strong enough to be considered a fall.</a:t>
            </a:r>
          </a:p>
          <a:p>
            <a:r>
              <a:rPr lang="en-US" sz="1600" b="1" dirty="0" smtClean="0"/>
              <a:t>6. Trigger GRPS Module:</a:t>
            </a:r>
            <a:r>
              <a:rPr lang="en-US" sz="1600" dirty="0" smtClean="0"/>
              <a:t> This step activates the GRPS (General Packet Radio Service) module, which is part of the SIM800L GSM module. GRPS enables data transfer over a cellular network, which is likely necessary to send an SMS message in the next step.</a:t>
            </a:r>
          </a:p>
          <a:p>
            <a:r>
              <a:rPr lang="en-US" sz="1600" b="1" dirty="0" smtClean="0"/>
              <a:t>7. Send SMS To Guardian Phone:</a:t>
            </a:r>
            <a:r>
              <a:rPr lang="en-US" sz="1600" dirty="0" smtClean="0"/>
              <a:t> An SMS message is sent to the guardian's phone number, presumably to notify them about a possible fall.</a:t>
            </a:r>
          </a:p>
          <a:p>
            <a:r>
              <a:rPr lang="en-US" sz="1600" b="1" dirty="0" smtClean="0"/>
              <a:t>8. End:</a:t>
            </a:r>
            <a:r>
              <a:rPr lang="en-US" sz="1600" dirty="0" smtClean="0"/>
              <a:t> The process terminates here.</a:t>
            </a:r>
          </a:p>
          <a:p>
            <a:endParaRPr lang="en-AU" sz="2400" dirty="0">
              <a:latin typeface="Times New Roman" pitchFamily="18" charset="0"/>
              <a:cs typeface="Times New Roman" pitchFamily="18" charset="0"/>
            </a:endParaRPr>
          </a:p>
          <a:p>
            <a:endParaRPr lang="en-AU"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endParaRPr lang="en-US" sz="2400" b="1" dirty="0">
              <a:latin typeface="Times New Roman" pitchFamily="18" charset="0"/>
              <a:cs typeface="Times New Roman" pitchFamily="18" charset="0"/>
            </a:endParaRPr>
          </a:p>
          <a:p>
            <a:endParaRPr lang="en-US" sz="2400" b="1" dirty="0">
              <a:latin typeface="Times New Roman" pitchFamily="18" charset="0"/>
              <a:cs typeface="Times New Roman" pitchFamily="18" charset="0"/>
            </a:endParaRPr>
          </a:p>
          <a:p>
            <a:endParaRPr lang="en-US" sz="2400" b="1" dirty="0">
              <a:latin typeface="Times New Roman" pitchFamily="18" charset="0"/>
              <a:cs typeface="Times New Roman" pitchFamily="18" charset="0"/>
            </a:endParaRPr>
          </a:p>
          <a:p>
            <a:endParaRPr lang="en-US" sz="2400" b="1" dirty="0">
              <a:latin typeface="Times New Roman" pitchFamily="18" charset="0"/>
              <a:cs typeface="Times New Roman" pitchFamily="18" charset="0"/>
            </a:endParaRPr>
          </a:p>
          <a:p>
            <a:endParaRPr lang="en-US" sz="2400" b="1" dirty="0">
              <a:latin typeface="Times New Roman" pitchFamily="18" charset="0"/>
              <a:cs typeface="Times New Roman" pitchFamily="18" charset="0"/>
            </a:endParaRPr>
          </a:p>
          <a:p>
            <a:endParaRPr lang="en-US" sz="2400" b="1" dirty="0">
              <a:latin typeface="Times New Roman" pitchFamily="18" charset="0"/>
              <a:cs typeface="Times New Roman" pitchFamily="18" charset="0"/>
            </a:endParaRPr>
          </a:p>
          <a:p>
            <a:endParaRPr lang="en-US" sz="2400" b="1" dirty="0">
              <a:latin typeface="Times New Roman" pitchFamily="18" charset="0"/>
              <a:cs typeface="Times New Roman" pitchFamily="18" charset="0"/>
            </a:endParaRPr>
          </a:p>
          <a:p>
            <a:endParaRPr lang="en-US" sz="2400" b="1" dirty="0">
              <a:latin typeface="Times New Roman" pitchFamily="18" charset="0"/>
              <a:cs typeface="Times New Roman" pitchFamily="18" charset="0"/>
            </a:endParaRPr>
          </a:p>
          <a:p>
            <a:endParaRPr lang="en-US" sz="2400" b="1" dirty="0">
              <a:latin typeface="Times New Roman" pitchFamily="18" charset="0"/>
              <a:cs typeface="Times New Roman" pitchFamily="18" charset="0"/>
            </a:endParaRPr>
          </a:p>
          <a:p>
            <a:endParaRPr lang="en-US" sz="2400" b="1" dirty="0">
              <a:latin typeface="Times New Roman" pitchFamily="18" charset="0"/>
              <a:cs typeface="Times New Roman" pitchFamily="18" charset="0"/>
            </a:endParaRPr>
          </a:p>
          <a:p>
            <a:endParaRPr lang="en-US" sz="2400" b="1" dirty="0">
              <a:latin typeface="Times New Roman" pitchFamily="18" charset="0"/>
              <a:cs typeface="Times New Roman" pitchFamily="18" charset="0"/>
            </a:endParaRPr>
          </a:p>
          <a:p>
            <a:endParaRPr lang="en-US" sz="2400" b="1" dirty="0">
              <a:latin typeface="Times New Roman" pitchFamily="18" charset="0"/>
              <a:cs typeface="Times New Roman" pitchFamily="18" charset="0"/>
            </a:endParaRPr>
          </a:p>
        </p:txBody>
      </p:sp>
      <p:sp>
        <p:nvSpPr>
          <p:cNvPr id="37" name="Text Placeholder 68"/>
          <p:cNvSpPr txBox="1">
            <a:spLocks/>
          </p:cNvSpPr>
          <p:nvPr/>
        </p:nvSpPr>
        <p:spPr>
          <a:xfrm>
            <a:off x="379646" y="19880085"/>
            <a:ext cx="10350000" cy="10058400"/>
          </a:xfrm>
          <a:prstGeom prst="rect">
            <a:avLst/>
          </a:prstGeom>
          <a:noFill/>
          <a:ln w="15875">
            <a:solidFill>
              <a:schemeClr val="accent1">
                <a:shade val="50000"/>
              </a:schemeClr>
            </a:solidFill>
          </a:ln>
        </p:spPr>
        <p:txBody>
          <a:bodyPr>
            <a:noAutofit/>
          </a:bodyPr>
          <a:lstStyle>
            <a:defPPr>
              <a:defRPr lang="en-US"/>
            </a:defPPr>
            <a:lvl1pPr indent="0" defTabSz="2138324">
              <a:lnSpc>
                <a:spcPct val="90000"/>
              </a:lnSpc>
              <a:spcBef>
                <a:spcPts val="2339"/>
              </a:spcBef>
              <a:buFont typeface="Arial" panose="020B0604020202020204" pitchFamily="34" charset="0"/>
              <a:buNone/>
              <a:defRPr sz="2400"/>
            </a:lvl1pPr>
            <a:lvl2pPr marL="1603743" indent="-534581" defTabSz="2138324">
              <a:lnSpc>
                <a:spcPct val="90000"/>
              </a:lnSpc>
              <a:spcBef>
                <a:spcPts val="1169"/>
              </a:spcBef>
              <a:buFont typeface="Arial" panose="020B0604020202020204" pitchFamily="34" charset="0"/>
              <a:buChar char="•"/>
              <a:defRPr sz="5612"/>
            </a:lvl2pPr>
            <a:lvl3pPr marL="2672906" indent="-534581" defTabSz="2138324">
              <a:lnSpc>
                <a:spcPct val="90000"/>
              </a:lnSpc>
              <a:spcBef>
                <a:spcPts val="1169"/>
              </a:spcBef>
              <a:buFont typeface="Arial" panose="020B0604020202020204" pitchFamily="34" charset="0"/>
              <a:buChar char="•"/>
              <a:defRPr sz="4677"/>
            </a:lvl3pPr>
            <a:lvl4pPr marL="3742068" indent="-534581" defTabSz="2138324">
              <a:lnSpc>
                <a:spcPct val="90000"/>
              </a:lnSpc>
              <a:spcBef>
                <a:spcPts val="1169"/>
              </a:spcBef>
              <a:buFont typeface="Arial" panose="020B0604020202020204" pitchFamily="34" charset="0"/>
              <a:buChar char="•"/>
              <a:defRPr sz="4209"/>
            </a:lvl4pPr>
            <a:lvl5pPr marL="4811230" indent="-534581" defTabSz="2138324">
              <a:lnSpc>
                <a:spcPct val="90000"/>
              </a:lnSpc>
              <a:spcBef>
                <a:spcPts val="1169"/>
              </a:spcBef>
              <a:buFont typeface="Arial" panose="020B0604020202020204" pitchFamily="34" charset="0"/>
              <a:buChar char="•"/>
              <a:defRPr sz="4209"/>
            </a:lvl5pPr>
            <a:lvl6pPr marL="5880392" indent="-534581" defTabSz="2138324">
              <a:lnSpc>
                <a:spcPct val="90000"/>
              </a:lnSpc>
              <a:spcBef>
                <a:spcPts val="1169"/>
              </a:spcBef>
              <a:buFont typeface="Arial" panose="020B0604020202020204" pitchFamily="34" charset="0"/>
              <a:buChar char="•"/>
              <a:defRPr sz="4209"/>
            </a:lvl6pPr>
            <a:lvl7pPr marL="6949554" indent="-534581" defTabSz="2138324">
              <a:lnSpc>
                <a:spcPct val="90000"/>
              </a:lnSpc>
              <a:spcBef>
                <a:spcPts val="1169"/>
              </a:spcBef>
              <a:buFont typeface="Arial" panose="020B0604020202020204" pitchFamily="34" charset="0"/>
              <a:buChar char="•"/>
              <a:defRPr sz="4209"/>
            </a:lvl7pPr>
            <a:lvl8pPr marL="8018717" indent="-534581" defTabSz="2138324">
              <a:lnSpc>
                <a:spcPct val="90000"/>
              </a:lnSpc>
              <a:spcBef>
                <a:spcPts val="1169"/>
              </a:spcBef>
              <a:buFont typeface="Arial" panose="020B0604020202020204" pitchFamily="34" charset="0"/>
              <a:buChar char="•"/>
              <a:defRPr sz="4209"/>
            </a:lvl8pPr>
            <a:lvl9pPr marL="9087879" indent="-534581" defTabSz="2138324">
              <a:lnSpc>
                <a:spcPct val="90000"/>
              </a:lnSpc>
              <a:spcBef>
                <a:spcPts val="1169"/>
              </a:spcBef>
              <a:buFont typeface="Arial" panose="020B0604020202020204" pitchFamily="34" charset="0"/>
              <a:buChar char="•"/>
              <a:defRPr sz="4209"/>
            </a:lvl9pPr>
          </a:lstStyle>
          <a:p>
            <a:pPr algn="just"/>
            <a:endParaRPr lang="en-US" sz="2400" b="1" dirty="0">
              <a:latin typeface="Times New Roman" pitchFamily="18" charset="0"/>
              <a:cs typeface="Times New Roman" pitchFamily="18" charset="0"/>
            </a:endParaRPr>
          </a:p>
          <a:p>
            <a:pPr algn="just"/>
            <a:endParaRPr lang="en-US" b="1" dirty="0">
              <a:latin typeface="Times New Roman" pitchFamily="18" charset="0"/>
              <a:cs typeface="Times New Roman" pitchFamily="18" charset="0"/>
            </a:endParaRPr>
          </a:p>
          <a:p>
            <a:pPr algn="just"/>
            <a:endParaRPr lang="en-US" sz="2400" b="1" dirty="0">
              <a:latin typeface="Times New Roman" pitchFamily="18" charset="0"/>
              <a:cs typeface="Times New Roman" pitchFamily="18" charset="0"/>
            </a:endParaRPr>
          </a:p>
          <a:p>
            <a:pPr algn="just"/>
            <a:endParaRPr lang="en-US" b="1" dirty="0">
              <a:latin typeface="Times New Roman" pitchFamily="18" charset="0"/>
              <a:cs typeface="Times New Roman" pitchFamily="18" charset="0"/>
            </a:endParaRPr>
          </a:p>
          <a:p>
            <a:pPr algn="just"/>
            <a:endParaRPr lang="en-US" sz="2400" b="1" dirty="0">
              <a:latin typeface="Times New Roman" pitchFamily="18" charset="0"/>
              <a:cs typeface="Times New Roman" pitchFamily="18" charset="0"/>
            </a:endParaRPr>
          </a:p>
          <a:p>
            <a:pPr algn="just"/>
            <a:endParaRPr lang="en-US" b="1" dirty="0">
              <a:latin typeface="Times New Roman" pitchFamily="18" charset="0"/>
              <a:cs typeface="Times New Roman" pitchFamily="18" charset="0"/>
            </a:endParaRPr>
          </a:p>
          <a:p>
            <a:pPr algn="just"/>
            <a:endParaRPr lang="en-US" sz="2400" b="1" dirty="0">
              <a:latin typeface="Times New Roman" pitchFamily="18" charset="0"/>
              <a:cs typeface="Times New Roman" pitchFamily="18" charset="0"/>
            </a:endParaRPr>
          </a:p>
          <a:p>
            <a:pPr algn="just"/>
            <a:endParaRPr lang="en-US" b="1" dirty="0">
              <a:latin typeface="Times New Roman" pitchFamily="18" charset="0"/>
              <a:cs typeface="Times New Roman" pitchFamily="18" charset="0"/>
            </a:endParaRPr>
          </a:p>
          <a:p>
            <a:pPr algn="just"/>
            <a:endParaRPr lang="en-US" sz="2400" b="1" dirty="0">
              <a:latin typeface="Times New Roman" pitchFamily="18" charset="0"/>
              <a:cs typeface="Times New Roman" pitchFamily="18" charset="0"/>
            </a:endParaRPr>
          </a:p>
          <a:p>
            <a:pPr algn="just"/>
            <a:endParaRPr lang="en-US" b="1" dirty="0">
              <a:latin typeface="Times New Roman" pitchFamily="18" charset="0"/>
              <a:cs typeface="Times New Roman" pitchFamily="18" charset="0"/>
            </a:endParaRPr>
          </a:p>
          <a:p>
            <a:pPr algn="just"/>
            <a:r>
              <a:rPr lang="en-US" sz="2400" b="1" dirty="0">
                <a:latin typeface="Times New Roman" pitchFamily="18" charset="0"/>
                <a:cs typeface="Times New Roman" pitchFamily="18" charset="0"/>
              </a:rPr>
              <a:t>Fig 2.Architecture for elder care management:</a:t>
            </a:r>
          </a:p>
          <a:p>
            <a:pPr algn="just"/>
            <a:r>
              <a:rPr lang="en-US" sz="2400" b="1" dirty="0">
                <a:latin typeface="Times New Roman" pitchFamily="18" charset="0"/>
                <a:cs typeface="Times New Roman" pitchFamily="18" charset="0"/>
              </a:rPr>
              <a:t>Collects sensor data (e.g., accelerometer, gyroscope).</a:t>
            </a:r>
          </a:p>
          <a:p>
            <a:pPr algn="just"/>
            <a:r>
              <a:rPr lang="en-US" sz="2400" b="1" dirty="0">
                <a:latin typeface="Times New Roman" pitchFamily="18" charset="0"/>
                <a:cs typeface="Times New Roman" pitchFamily="18" charset="0"/>
              </a:rPr>
              <a:t>Sends data to server (Wi-Fi/Bluetooth).</a:t>
            </a:r>
          </a:p>
          <a:p>
            <a:pPr algn="just"/>
            <a:r>
              <a:rPr lang="en-US" sz="2400" b="1" dirty="0">
                <a:latin typeface="Times New Roman" pitchFamily="18" charset="0"/>
                <a:cs typeface="Times New Roman" pitchFamily="18" charset="0"/>
              </a:rPr>
              <a:t>Server analyzes data.</a:t>
            </a:r>
          </a:p>
          <a:p>
            <a:pPr algn="just"/>
            <a:r>
              <a:rPr lang="en-US" sz="2400" b="1" dirty="0">
                <a:latin typeface="Times New Roman" pitchFamily="18" charset="0"/>
                <a:cs typeface="Times New Roman" pitchFamily="18" charset="0"/>
              </a:rPr>
              <a:t>Triggers actions (e.g., alerts, SMS) based on analysis (optional: GSM module).</a:t>
            </a:r>
          </a:p>
        </p:txBody>
      </p:sp>
      <p:pic>
        <p:nvPicPr>
          <p:cNvPr id="10" name="Picture 9">
            <a:extLst>
              <a:ext uri="{FF2B5EF4-FFF2-40B4-BE49-F238E27FC236}">
                <a16:creationId xmlns:a16="http://schemas.microsoft.com/office/drawing/2014/main" xmlns="" id="{482DB142-788A-5A74-7A8B-D54B9E0C6141}"/>
              </a:ext>
            </a:extLst>
          </p:cNvPr>
          <p:cNvPicPr>
            <a:picLocks noChangeAspect="1"/>
          </p:cNvPicPr>
          <p:nvPr/>
        </p:nvPicPr>
        <p:blipFill>
          <a:blip r:embed="rId7"/>
          <a:stretch>
            <a:fillRect/>
          </a:stretch>
        </p:blipFill>
        <p:spPr>
          <a:xfrm>
            <a:off x="501842" y="945219"/>
            <a:ext cx="2124241" cy="1133856"/>
          </a:xfrm>
          <a:prstGeom prst="rect">
            <a:avLst/>
          </a:prstGeom>
        </p:spPr>
      </p:pic>
      <p:pic>
        <p:nvPicPr>
          <p:cNvPr id="19" name="Picture 18">
            <a:extLst>
              <a:ext uri="{FF2B5EF4-FFF2-40B4-BE49-F238E27FC236}">
                <a16:creationId xmlns:a16="http://schemas.microsoft.com/office/drawing/2014/main" xmlns="" id="{37DAF5BB-6D73-98F1-85A7-6B67BC2DE3B3}"/>
              </a:ext>
            </a:extLst>
          </p:cNvPr>
          <p:cNvPicPr>
            <a:picLocks noChangeAspect="1"/>
          </p:cNvPicPr>
          <p:nvPr/>
        </p:nvPicPr>
        <p:blipFill>
          <a:blip r:embed="rId8"/>
          <a:stretch>
            <a:fillRect/>
          </a:stretch>
        </p:blipFill>
        <p:spPr>
          <a:xfrm>
            <a:off x="5070937" y="13364308"/>
            <a:ext cx="4799894" cy="2696307"/>
          </a:xfrm>
          <a:prstGeom prst="rect">
            <a:avLst/>
          </a:prstGeom>
        </p:spPr>
      </p:pic>
      <p:pic>
        <p:nvPicPr>
          <p:cNvPr id="23" name="Picture 22">
            <a:extLst>
              <a:ext uri="{FF2B5EF4-FFF2-40B4-BE49-F238E27FC236}">
                <a16:creationId xmlns:a16="http://schemas.microsoft.com/office/drawing/2014/main" xmlns="" id="{0E86F117-BDC4-D87D-4662-8B51D8E6523A}"/>
              </a:ext>
            </a:extLst>
          </p:cNvPr>
          <p:cNvPicPr>
            <a:picLocks noChangeAspect="1"/>
          </p:cNvPicPr>
          <p:nvPr/>
        </p:nvPicPr>
        <p:blipFill>
          <a:blip r:embed="rId9"/>
          <a:stretch>
            <a:fillRect/>
          </a:stretch>
        </p:blipFill>
        <p:spPr>
          <a:xfrm>
            <a:off x="656746" y="13204977"/>
            <a:ext cx="4117258" cy="3078590"/>
          </a:xfrm>
          <a:prstGeom prst="rect">
            <a:avLst/>
          </a:prstGeom>
        </p:spPr>
      </p:pic>
      <p:pic>
        <p:nvPicPr>
          <p:cNvPr id="24" name="Picture 23">
            <a:extLst>
              <a:ext uri="{FF2B5EF4-FFF2-40B4-BE49-F238E27FC236}">
                <a16:creationId xmlns:a16="http://schemas.microsoft.com/office/drawing/2014/main" xmlns="" id="{8DDAF747-3B32-4BA3-12D8-7D8D3E7D9ABB}"/>
              </a:ext>
            </a:extLst>
          </p:cNvPr>
          <p:cNvPicPr>
            <a:picLocks noChangeAspect="1"/>
          </p:cNvPicPr>
          <p:nvPr/>
        </p:nvPicPr>
        <p:blipFill>
          <a:blip r:embed="rId10"/>
          <a:stretch>
            <a:fillRect/>
          </a:stretch>
        </p:blipFill>
        <p:spPr>
          <a:xfrm>
            <a:off x="975360" y="20734556"/>
            <a:ext cx="8386422" cy="4882885"/>
          </a:xfrm>
          <a:prstGeom prst="rect">
            <a:avLst/>
          </a:prstGeom>
        </p:spPr>
      </p:pic>
      <p:pic>
        <p:nvPicPr>
          <p:cNvPr id="1028" name="Picture 4"/>
          <p:cNvPicPr>
            <a:picLocks noChangeAspect="1" noChangeArrowheads="1"/>
          </p:cNvPicPr>
          <p:nvPr/>
        </p:nvPicPr>
        <p:blipFill>
          <a:blip r:embed="rId11"/>
          <a:srcRect/>
          <a:stretch>
            <a:fillRect/>
          </a:stretch>
        </p:blipFill>
        <p:spPr bwMode="auto">
          <a:xfrm>
            <a:off x="11369040" y="2956560"/>
            <a:ext cx="8412480" cy="5364480"/>
          </a:xfrm>
          <a:prstGeom prst="rect">
            <a:avLst/>
          </a:prstGeom>
          <a:noFill/>
          <a:ln w="9525">
            <a:noFill/>
            <a:miter lim="800000"/>
            <a:headEnd/>
            <a:tailEnd/>
          </a:ln>
          <a:effectLst/>
        </p:spPr>
      </p:pic>
      <p:pic>
        <p:nvPicPr>
          <p:cNvPr id="1029" name="Picture 5"/>
          <p:cNvPicPr>
            <a:picLocks noChangeAspect="1" noChangeArrowheads="1"/>
          </p:cNvPicPr>
          <p:nvPr/>
        </p:nvPicPr>
        <p:blipFill>
          <a:blip r:embed="rId12"/>
          <a:srcRect/>
          <a:stretch>
            <a:fillRect/>
          </a:stretch>
        </p:blipFill>
        <p:spPr bwMode="auto">
          <a:xfrm>
            <a:off x="14036993" y="18737086"/>
            <a:ext cx="4411027" cy="3616502"/>
          </a:xfrm>
          <a:prstGeom prst="rect">
            <a:avLst/>
          </a:prstGeom>
          <a:noFill/>
          <a:ln w="9525">
            <a:noFill/>
            <a:miter lim="800000"/>
            <a:headEnd/>
            <a:tailEnd/>
          </a:ln>
          <a:effectLst/>
        </p:spPr>
      </p:pic>
    </p:spTree>
    <p:extLst>
      <p:ext uri="{BB962C8B-B14F-4D97-AF65-F5344CB8AC3E}">
        <p14:creationId xmlns:p14="http://schemas.microsoft.com/office/powerpoint/2010/main" xmlns="" val="360604115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Poster_2016_m.potx" id="{C99F4834-73B2-44AB-9211-DD57E3EBE727}" vid="{C99B119E-4D31-4661-B76A-37761BBBC0B1}"/>
    </a:ext>
  </a:extLst>
</a:theme>
</file>

<file path=docProps/app.xml><?xml version="1.0" encoding="utf-8"?>
<Properties xmlns="http://schemas.openxmlformats.org/officeDocument/2006/extended-properties" xmlns:vt="http://schemas.openxmlformats.org/officeDocument/2006/docPropsVTypes">
  <Template/>
  <TotalTime>2357</TotalTime>
  <Words>448</Words>
  <Application>Microsoft Office PowerPoint</Application>
  <PresentationFormat>Custom</PresentationFormat>
  <Paragraphs>120</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Slide 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Jayasankar Variyar</dc:creator>
  <cp:lastModifiedBy>ACER</cp:lastModifiedBy>
  <cp:revision>121</cp:revision>
  <dcterms:created xsi:type="dcterms:W3CDTF">2016-03-28T06:32:15Z</dcterms:created>
  <dcterms:modified xsi:type="dcterms:W3CDTF">2024-03-05T04:12:50Z</dcterms:modified>
</cp:coreProperties>
</file>